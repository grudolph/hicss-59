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63" r:id="rId2"/>
    <p:sldId id="266" r:id="rId3"/>
    <p:sldId id="288" r:id="rId4"/>
    <p:sldId id="289" r:id="rId5"/>
    <p:sldId id="291" r:id="rId6"/>
    <p:sldId id="292" r:id="rId7"/>
    <p:sldId id="290" r:id="rId8"/>
    <p:sldId id="293" r:id="rId9"/>
    <p:sldId id="294" r:id="rId10"/>
    <p:sldId id="317" r:id="rId11"/>
    <p:sldId id="295" r:id="rId12"/>
    <p:sldId id="297" r:id="rId13"/>
    <p:sldId id="298" r:id="rId14"/>
    <p:sldId id="300" r:id="rId15"/>
    <p:sldId id="299" r:id="rId16"/>
    <p:sldId id="279" r:id="rId17"/>
    <p:sldId id="301" r:id="rId18"/>
    <p:sldId id="281" r:id="rId19"/>
    <p:sldId id="302" r:id="rId20"/>
    <p:sldId id="304" r:id="rId21"/>
    <p:sldId id="306" r:id="rId22"/>
    <p:sldId id="307" r:id="rId23"/>
    <p:sldId id="305" r:id="rId24"/>
    <p:sldId id="280" r:id="rId25"/>
    <p:sldId id="303" r:id="rId26"/>
    <p:sldId id="308" r:id="rId27"/>
    <p:sldId id="309" r:id="rId28"/>
    <p:sldId id="282" r:id="rId29"/>
    <p:sldId id="311" r:id="rId30"/>
    <p:sldId id="312" r:id="rId31"/>
    <p:sldId id="314" r:id="rId32"/>
    <p:sldId id="315" r:id="rId33"/>
    <p:sldId id="316" r:id="rId34"/>
    <p:sldId id="313" r:id="rId35"/>
    <p:sldId id="265" r:id="rId3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3">
          <p15:clr>
            <a:srgbClr val="A4A3A4"/>
          </p15:clr>
        </p15:guide>
        <p15:guide id="2" pos="577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D81B61A-FE48-9F4F-1686-2E1461B97B8B}" name="Peter Aldous" initials="PA" userId="S::10931708@uvu.edu::d37119ad-3d68-4e00-afdd-6e668ebacde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7B7976"/>
    <a:srgbClr val="1F4C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86A5B8-A1BD-400B-A8B3-1BE05A7BF527}" v="394" dt="2025-10-15T06:41:17.1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686" y="283"/>
      </p:cViewPr>
      <p:guideLst>
        <p:guide orient="horz" pos="1583"/>
        <p:guide pos="57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 Harrison" userId="48528489-191b-42e1-bfa2-2006e5b7a95e" providerId="ADAL" clId="{35876359-468F-4A40-843A-6D62B2ADA800}"/>
    <pc:docChg chg="custSel addSld modSld">
      <pc:chgData name="Neil Harrison" userId="48528489-191b-42e1-bfa2-2006e5b7a95e" providerId="ADAL" clId="{35876359-468F-4A40-843A-6D62B2ADA800}" dt="2025-05-10T18:54:18.447" v="644" actId="20577"/>
      <pc:docMkLst>
        <pc:docMk/>
      </pc:docMkLst>
      <pc:sldChg chg="modNotesTx">
        <pc:chgData name="Neil Harrison" userId="48528489-191b-42e1-bfa2-2006e5b7a95e" providerId="ADAL" clId="{35876359-468F-4A40-843A-6D62B2ADA800}" dt="2025-05-10T18:54:18.447" v="644" actId="20577"/>
        <pc:sldMkLst>
          <pc:docMk/>
          <pc:sldMk cId="4062235637" sldId="270"/>
        </pc:sldMkLst>
      </pc:sldChg>
      <pc:sldChg chg="modSp mod modAnim modCm">
        <pc:chgData name="Neil Harrison" userId="48528489-191b-42e1-bfa2-2006e5b7a95e" providerId="ADAL" clId="{35876359-468F-4A40-843A-6D62B2ADA800}" dt="2025-05-10T18:02:49.107" v="438"/>
        <pc:sldMkLst>
          <pc:docMk/>
          <pc:sldMk cId="2478505312" sldId="27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eil Harrison" userId="48528489-191b-42e1-bfa2-2006e5b7a95e" providerId="ADAL" clId="{35876359-468F-4A40-843A-6D62B2ADA800}" dt="2025-05-09T20:40:24.255" v="4" actId="20577"/>
              <pc2:cmMkLst xmlns:pc2="http://schemas.microsoft.com/office/powerpoint/2019/9/main/command">
                <pc:docMk/>
                <pc:sldMk cId="2478505312" sldId="274"/>
                <pc2:cmMk id="{AEBF7D74-32EC-4CB8-95BE-8C13B65E1EEF}"/>
              </pc2:cmMkLst>
            </pc226:cmChg>
          </p:ext>
        </pc:extLst>
      </pc:sldChg>
      <pc:sldChg chg="mod modShow">
        <pc:chgData name="Neil Harrison" userId="48528489-191b-42e1-bfa2-2006e5b7a95e" providerId="ADAL" clId="{35876359-468F-4A40-843A-6D62B2ADA800}" dt="2025-05-10T17:49:50.361" v="5" actId="729"/>
        <pc:sldMkLst>
          <pc:docMk/>
          <pc:sldMk cId="2143001804" sldId="277"/>
        </pc:sldMkLst>
      </pc:sldChg>
      <pc:sldChg chg="modSp new mod">
        <pc:chgData name="Neil Harrison" userId="48528489-191b-42e1-bfa2-2006e5b7a95e" providerId="ADAL" clId="{35876359-468F-4A40-843A-6D62B2ADA800}" dt="2025-05-10T18:03:26.881" v="522" actId="20577"/>
        <pc:sldMkLst>
          <pc:docMk/>
          <pc:sldMk cId="999512303" sldId="278"/>
        </pc:sldMkLst>
      </pc:sldChg>
    </pc:docChg>
  </pc:docChgLst>
  <pc:docChgLst>
    <pc:chgData name="Neil Harrison" userId="15b9ffac1263b7ef" providerId="LiveId" clId="{1E764F1A-B8EC-4C1F-BA95-9C8BA64F0528}"/>
    <pc:docChg chg="undo redo custSel addSld delSld modSld sldOrd">
      <pc:chgData name="Neil Harrison" userId="15b9ffac1263b7ef" providerId="LiveId" clId="{1E764F1A-B8EC-4C1F-BA95-9C8BA64F0528}" dt="2025-10-18T17:55:30.592" v="12598" actId="20577"/>
      <pc:docMkLst>
        <pc:docMk/>
      </pc:docMkLst>
      <pc:sldChg chg="modSp mod">
        <pc:chgData name="Neil Harrison" userId="15b9ffac1263b7ef" providerId="LiveId" clId="{1E764F1A-B8EC-4C1F-BA95-9C8BA64F0528}" dt="2025-10-18T17:55:30.592" v="12598" actId="20577"/>
        <pc:sldMkLst>
          <pc:docMk/>
          <pc:sldMk cId="3919213550" sldId="263"/>
        </pc:sldMkLst>
        <pc:spChg chg="mod">
          <ac:chgData name="Neil Harrison" userId="15b9ffac1263b7ef" providerId="LiveId" clId="{1E764F1A-B8EC-4C1F-BA95-9C8BA64F0528}" dt="2025-09-30T20:51:05.626" v="154" actId="404"/>
          <ac:spMkLst>
            <pc:docMk/>
            <pc:sldMk cId="3919213550" sldId="263"/>
            <ac:spMk id="2" creationId="{00000000-0000-0000-0000-000000000000}"/>
          </ac:spMkLst>
        </pc:spChg>
        <pc:spChg chg="mod">
          <ac:chgData name="Neil Harrison" userId="15b9ffac1263b7ef" providerId="LiveId" clId="{1E764F1A-B8EC-4C1F-BA95-9C8BA64F0528}" dt="2025-10-18T17:55:30.592" v="12598" actId="20577"/>
          <ac:spMkLst>
            <pc:docMk/>
            <pc:sldMk cId="3919213550" sldId="263"/>
            <ac:spMk id="3" creationId="{00000000-0000-0000-0000-000000000000}"/>
          </ac:spMkLst>
        </pc:spChg>
      </pc:sldChg>
      <pc:sldChg chg="addSp modSp mod modClrScheme chgLayout">
        <pc:chgData name="Neil Harrison" userId="15b9ffac1263b7ef" providerId="LiveId" clId="{1E764F1A-B8EC-4C1F-BA95-9C8BA64F0528}" dt="2025-10-01T00:44:50.260" v="480" actId="20577"/>
        <pc:sldMkLst>
          <pc:docMk/>
          <pc:sldMk cId="3900411554" sldId="266"/>
        </pc:sldMkLst>
        <pc:spChg chg="mod">
          <ac:chgData name="Neil Harrison" userId="15b9ffac1263b7ef" providerId="LiveId" clId="{1E764F1A-B8EC-4C1F-BA95-9C8BA64F0528}" dt="2025-10-01T00:44:50.260" v="480" actId="20577"/>
          <ac:spMkLst>
            <pc:docMk/>
            <pc:sldMk cId="3900411554" sldId="266"/>
            <ac:spMk id="2" creationId="{2C0AE4F6-583E-49AD-DBCA-C99606FD5BDC}"/>
          </ac:spMkLst>
        </pc:spChg>
        <pc:spChg chg="add mod">
          <ac:chgData name="Neil Harrison" userId="15b9ffac1263b7ef" providerId="LiveId" clId="{1E764F1A-B8EC-4C1F-BA95-9C8BA64F0528}" dt="2025-10-01T00:41:18.102" v="186" actId="27636"/>
          <ac:spMkLst>
            <pc:docMk/>
            <pc:sldMk cId="3900411554" sldId="266"/>
            <ac:spMk id="8" creationId="{0183601E-4869-746F-2F6E-CB50123FF759}"/>
          </ac:spMkLst>
        </pc:spChg>
        <pc:picChg chg="add mod">
          <ac:chgData name="Neil Harrison" userId="15b9ffac1263b7ef" providerId="LiveId" clId="{1E764F1A-B8EC-4C1F-BA95-9C8BA64F0528}" dt="2025-10-01T00:41:10.699" v="181" actId="27614"/>
          <ac:picMkLst>
            <pc:docMk/>
            <pc:sldMk cId="3900411554" sldId="266"/>
            <ac:picMk id="3" creationId="{4D782061-FF10-3DC1-4CC2-3B5960947AC9}"/>
          </ac:picMkLst>
        </pc:picChg>
      </pc:sldChg>
      <pc:sldChg chg="del">
        <pc:chgData name="Neil Harrison" userId="15b9ffac1263b7ef" providerId="LiveId" clId="{1E764F1A-B8EC-4C1F-BA95-9C8BA64F0528}" dt="2025-10-02T18:32:21.672" v="10902" actId="47"/>
        <pc:sldMkLst>
          <pc:docMk/>
          <pc:sldMk cId="298927479" sldId="267"/>
        </pc:sldMkLst>
      </pc:sldChg>
      <pc:sldChg chg="del">
        <pc:chgData name="Neil Harrison" userId="15b9ffac1263b7ef" providerId="LiveId" clId="{1E764F1A-B8EC-4C1F-BA95-9C8BA64F0528}" dt="2025-10-02T18:32:23.177" v="10903" actId="47"/>
        <pc:sldMkLst>
          <pc:docMk/>
          <pc:sldMk cId="610613389" sldId="268"/>
        </pc:sldMkLst>
      </pc:sldChg>
      <pc:sldChg chg="del">
        <pc:chgData name="Neil Harrison" userId="15b9ffac1263b7ef" providerId="LiveId" clId="{1E764F1A-B8EC-4C1F-BA95-9C8BA64F0528}" dt="2025-10-02T18:32:23.875" v="10904" actId="47"/>
        <pc:sldMkLst>
          <pc:docMk/>
          <pc:sldMk cId="3960193175" sldId="269"/>
        </pc:sldMkLst>
      </pc:sldChg>
      <pc:sldChg chg="del">
        <pc:chgData name="Neil Harrison" userId="15b9ffac1263b7ef" providerId="LiveId" clId="{1E764F1A-B8EC-4C1F-BA95-9C8BA64F0528}" dt="2025-10-02T18:32:30.574" v="10908" actId="47"/>
        <pc:sldMkLst>
          <pc:docMk/>
          <pc:sldMk cId="4062235637" sldId="270"/>
        </pc:sldMkLst>
      </pc:sldChg>
      <pc:sldChg chg="del">
        <pc:chgData name="Neil Harrison" userId="15b9ffac1263b7ef" providerId="LiveId" clId="{1E764F1A-B8EC-4C1F-BA95-9C8BA64F0528}" dt="2025-10-02T18:32:29.250" v="10907" actId="47"/>
        <pc:sldMkLst>
          <pc:docMk/>
          <pc:sldMk cId="656617278" sldId="271"/>
        </pc:sldMkLst>
      </pc:sldChg>
      <pc:sldChg chg="del">
        <pc:chgData name="Neil Harrison" userId="15b9ffac1263b7ef" providerId="LiveId" clId="{1E764F1A-B8EC-4C1F-BA95-9C8BA64F0528}" dt="2025-10-02T18:32:24.575" v="10905" actId="47"/>
        <pc:sldMkLst>
          <pc:docMk/>
          <pc:sldMk cId="2241017814" sldId="272"/>
        </pc:sldMkLst>
      </pc:sldChg>
      <pc:sldChg chg="del">
        <pc:chgData name="Neil Harrison" userId="15b9ffac1263b7ef" providerId="LiveId" clId="{1E764F1A-B8EC-4C1F-BA95-9C8BA64F0528}" dt="2025-10-02T18:32:25.209" v="10906" actId="47"/>
        <pc:sldMkLst>
          <pc:docMk/>
          <pc:sldMk cId="2829895505" sldId="273"/>
        </pc:sldMkLst>
      </pc:sldChg>
      <pc:sldChg chg="del">
        <pc:chgData name="Neil Harrison" userId="15b9ffac1263b7ef" providerId="LiveId" clId="{1E764F1A-B8EC-4C1F-BA95-9C8BA64F0528}" dt="2025-10-02T18:32:31.466" v="10909" actId="47"/>
        <pc:sldMkLst>
          <pc:docMk/>
          <pc:sldMk cId="2478505312" sldId="274"/>
        </pc:sldMkLst>
      </pc:sldChg>
      <pc:sldChg chg="del">
        <pc:chgData name="Neil Harrison" userId="15b9ffac1263b7ef" providerId="LiveId" clId="{1E764F1A-B8EC-4C1F-BA95-9C8BA64F0528}" dt="2025-10-02T18:32:32.017" v="10910" actId="47"/>
        <pc:sldMkLst>
          <pc:docMk/>
          <pc:sldMk cId="3579359778" sldId="275"/>
        </pc:sldMkLst>
      </pc:sldChg>
      <pc:sldChg chg="del">
        <pc:chgData name="Neil Harrison" userId="15b9ffac1263b7ef" providerId="LiveId" clId="{1E764F1A-B8EC-4C1F-BA95-9C8BA64F0528}" dt="2025-10-02T18:32:33.539" v="10911" actId="47"/>
        <pc:sldMkLst>
          <pc:docMk/>
          <pc:sldMk cId="3629812867" sldId="276"/>
        </pc:sldMkLst>
      </pc:sldChg>
      <pc:sldChg chg="del">
        <pc:chgData name="Neil Harrison" userId="15b9ffac1263b7ef" providerId="LiveId" clId="{1E764F1A-B8EC-4C1F-BA95-9C8BA64F0528}" dt="2025-09-30T19:16:41.545" v="42" actId="47"/>
        <pc:sldMkLst>
          <pc:docMk/>
          <pc:sldMk cId="2143001804" sldId="277"/>
        </pc:sldMkLst>
      </pc:sldChg>
      <pc:sldChg chg="del">
        <pc:chgData name="Neil Harrison" userId="15b9ffac1263b7ef" providerId="LiveId" clId="{1E764F1A-B8EC-4C1F-BA95-9C8BA64F0528}" dt="2025-10-02T18:32:34.321" v="10912" actId="47"/>
        <pc:sldMkLst>
          <pc:docMk/>
          <pc:sldMk cId="999512303" sldId="278"/>
        </pc:sldMkLst>
      </pc:sldChg>
      <pc:sldChg chg="addSp delSp modSp new mod modClrScheme chgLayout">
        <pc:chgData name="Neil Harrison" userId="15b9ffac1263b7ef" providerId="LiveId" clId="{1E764F1A-B8EC-4C1F-BA95-9C8BA64F0528}" dt="2025-09-30T20:49:52.920" v="113" actId="20577"/>
        <pc:sldMkLst>
          <pc:docMk/>
          <pc:sldMk cId="1907485917" sldId="279"/>
        </pc:sldMkLst>
        <pc:spChg chg="add mod">
          <ac:chgData name="Neil Harrison" userId="15b9ffac1263b7ef" providerId="LiveId" clId="{1E764F1A-B8EC-4C1F-BA95-9C8BA64F0528}" dt="2025-09-30T20:49:52.920" v="113" actId="20577"/>
          <ac:spMkLst>
            <pc:docMk/>
            <pc:sldMk cId="1907485917" sldId="279"/>
            <ac:spMk id="9" creationId="{9B6BBBEE-1724-6C68-4454-BE910D767403}"/>
          </ac:spMkLst>
        </pc:spChg>
        <pc:picChg chg="add mod">
          <ac:chgData name="Neil Harrison" userId="15b9ffac1263b7ef" providerId="LiveId" clId="{1E764F1A-B8EC-4C1F-BA95-9C8BA64F0528}" dt="2025-09-30T20:49:22.644" v="70" actId="26606"/>
          <ac:picMkLst>
            <pc:docMk/>
            <pc:sldMk cId="1907485917" sldId="279"/>
            <ac:picMk id="4" creationId="{8F74D606-EA77-F68E-E445-EA7BEDB5DD1F}"/>
          </ac:picMkLst>
        </pc:picChg>
      </pc:sldChg>
      <pc:sldChg chg="addSp delSp modSp new add del mod ord modClrScheme chgLayout">
        <pc:chgData name="Neil Harrison" userId="15b9ffac1263b7ef" providerId="LiveId" clId="{1E764F1A-B8EC-4C1F-BA95-9C8BA64F0528}" dt="2025-10-15T07:03:45.467" v="12370" actId="47"/>
        <pc:sldMkLst>
          <pc:docMk/>
          <pc:sldMk cId="1407856032" sldId="280"/>
        </pc:sldMkLst>
      </pc:sldChg>
      <pc:sldChg chg="addSp delSp modSp new mod ord modClrScheme chgLayout">
        <pc:chgData name="Neil Harrison" userId="15b9ffac1263b7ef" providerId="LiveId" clId="{1E764F1A-B8EC-4C1F-BA95-9C8BA64F0528}" dt="2025-10-01T19:58:51.801" v="5187"/>
        <pc:sldMkLst>
          <pc:docMk/>
          <pc:sldMk cId="1038940446" sldId="281"/>
        </pc:sldMkLst>
        <pc:spChg chg="add mod">
          <ac:chgData name="Neil Harrison" userId="15b9ffac1263b7ef" providerId="LiveId" clId="{1E764F1A-B8EC-4C1F-BA95-9C8BA64F0528}" dt="2025-09-30T20:50:15.975" v="151" actId="20577"/>
          <ac:spMkLst>
            <pc:docMk/>
            <pc:sldMk cId="1038940446" sldId="281"/>
            <ac:spMk id="9" creationId="{CB7075C3-23F9-7864-465A-293913EAF60A}"/>
          </ac:spMkLst>
        </pc:spChg>
        <pc:picChg chg="add mod">
          <ac:chgData name="Neil Harrison" userId="15b9ffac1263b7ef" providerId="LiveId" clId="{1E764F1A-B8EC-4C1F-BA95-9C8BA64F0528}" dt="2025-09-30T20:48:02.260" v="60" actId="26606"/>
          <ac:picMkLst>
            <pc:docMk/>
            <pc:sldMk cId="1038940446" sldId="281"/>
            <ac:picMk id="4" creationId="{46A87E0B-DA58-5826-E751-B3E78512BE5A}"/>
          </ac:picMkLst>
        </pc:picChg>
      </pc:sldChg>
      <pc:sldChg chg="addSp modSp new del mod">
        <pc:chgData name="Neil Harrison" userId="15b9ffac1263b7ef" providerId="LiveId" clId="{1E764F1A-B8EC-4C1F-BA95-9C8BA64F0528}" dt="2025-09-30T20:47:34" v="55" actId="680"/>
        <pc:sldMkLst>
          <pc:docMk/>
          <pc:sldMk cId="1486054511" sldId="281"/>
        </pc:sldMkLst>
      </pc:sldChg>
      <pc:sldChg chg="modSp new mod ord">
        <pc:chgData name="Neil Harrison" userId="15b9ffac1263b7ef" providerId="LiveId" clId="{1E764F1A-B8EC-4C1F-BA95-9C8BA64F0528}" dt="2025-10-02T19:18:18.754" v="12139" actId="27636"/>
        <pc:sldMkLst>
          <pc:docMk/>
          <pc:sldMk cId="2395392564" sldId="282"/>
        </pc:sldMkLst>
        <pc:spChg chg="mod">
          <ac:chgData name="Neil Harrison" userId="15b9ffac1263b7ef" providerId="LiveId" clId="{1E764F1A-B8EC-4C1F-BA95-9C8BA64F0528}" dt="2025-10-02T19:18:18.754" v="12139" actId="27636"/>
          <ac:spMkLst>
            <pc:docMk/>
            <pc:sldMk cId="2395392564" sldId="282"/>
            <ac:spMk id="2" creationId="{3DF99D46-D234-5C47-AA58-C422DC433A62}"/>
          </ac:spMkLst>
        </pc:spChg>
      </pc:sldChg>
      <pc:sldChg chg="new del">
        <pc:chgData name="Neil Harrison" userId="15b9ffac1263b7ef" providerId="LiveId" clId="{1E764F1A-B8EC-4C1F-BA95-9C8BA64F0528}" dt="2025-10-01T16:59:16.656" v="2959" actId="47"/>
        <pc:sldMkLst>
          <pc:docMk/>
          <pc:sldMk cId="1300353714" sldId="283"/>
        </pc:sldMkLst>
      </pc:sldChg>
      <pc:sldChg chg="new del">
        <pc:chgData name="Neil Harrison" userId="15b9ffac1263b7ef" providerId="LiveId" clId="{1E764F1A-B8EC-4C1F-BA95-9C8BA64F0528}" dt="2025-10-01T16:59:19.159" v="2960" actId="47"/>
        <pc:sldMkLst>
          <pc:docMk/>
          <pc:sldMk cId="1888301090" sldId="284"/>
        </pc:sldMkLst>
      </pc:sldChg>
      <pc:sldChg chg="new del">
        <pc:chgData name="Neil Harrison" userId="15b9ffac1263b7ef" providerId="LiveId" clId="{1E764F1A-B8EC-4C1F-BA95-9C8BA64F0528}" dt="2025-10-01T16:59:20.943" v="2961" actId="47"/>
        <pc:sldMkLst>
          <pc:docMk/>
          <pc:sldMk cId="2118861276" sldId="285"/>
        </pc:sldMkLst>
      </pc:sldChg>
      <pc:sldChg chg="new del">
        <pc:chgData name="Neil Harrison" userId="15b9ffac1263b7ef" providerId="LiveId" clId="{1E764F1A-B8EC-4C1F-BA95-9C8BA64F0528}" dt="2025-10-01T16:59:23.099" v="2962" actId="47"/>
        <pc:sldMkLst>
          <pc:docMk/>
          <pc:sldMk cId="2270007043" sldId="286"/>
        </pc:sldMkLst>
      </pc:sldChg>
      <pc:sldChg chg="delSp modSp new del mod modClrScheme chgLayout">
        <pc:chgData name="Neil Harrison" userId="15b9ffac1263b7ef" providerId="LiveId" clId="{1E764F1A-B8EC-4C1F-BA95-9C8BA64F0528}" dt="2025-10-01T17:00:59.917" v="3002" actId="47"/>
        <pc:sldMkLst>
          <pc:docMk/>
          <pc:sldMk cId="517993165" sldId="287"/>
        </pc:sldMkLst>
      </pc:sldChg>
      <pc:sldChg chg="modSp new mod">
        <pc:chgData name="Neil Harrison" userId="15b9ffac1263b7ef" providerId="LiveId" clId="{1E764F1A-B8EC-4C1F-BA95-9C8BA64F0528}" dt="2025-10-01T01:01:54.568" v="1249" actId="113"/>
        <pc:sldMkLst>
          <pc:docMk/>
          <pc:sldMk cId="2762679308" sldId="288"/>
        </pc:sldMkLst>
        <pc:spChg chg="mod">
          <ac:chgData name="Neil Harrison" userId="15b9ffac1263b7ef" providerId="LiveId" clId="{1E764F1A-B8EC-4C1F-BA95-9C8BA64F0528}" dt="2025-10-01T00:56:55.838" v="874" actId="20577"/>
          <ac:spMkLst>
            <pc:docMk/>
            <pc:sldMk cId="2762679308" sldId="288"/>
            <ac:spMk id="2" creationId="{F5D28095-B650-6745-6ED5-C29930BA49B7}"/>
          </ac:spMkLst>
        </pc:spChg>
        <pc:spChg chg="mod">
          <ac:chgData name="Neil Harrison" userId="15b9ffac1263b7ef" providerId="LiveId" clId="{1E764F1A-B8EC-4C1F-BA95-9C8BA64F0528}" dt="2025-10-01T01:01:54.568" v="1249" actId="113"/>
          <ac:spMkLst>
            <pc:docMk/>
            <pc:sldMk cId="2762679308" sldId="288"/>
            <ac:spMk id="3" creationId="{2F2FAD5C-463C-6D6E-FFBC-2A530C644CF7}"/>
          </ac:spMkLst>
        </pc:spChg>
      </pc:sldChg>
      <pc:sldChg chg="modSp new mod">
        <pc:chgData name="Neil Harrison" userId="15b9ffac1263b7ef" providerId="LiveId" clId="{1E764F1A-B8EC-4C1F-BA95-9C8BA64F0528}" dt="2025-10-01T17:01:53.636" v="3038" actId="115"/>
        <pc:sldMkLst>
          <pc:docMk/>
          <pc:sldMk cId="596904962" sldId="289"/>
        </pc:sldMkLst>
        <pc:spChg chg="mod">
          <ac:chgData name="Neil Harrison" userId="15b9ffac1263b7ef" providerId="LiveId" clId="{1E764F1A-B8EC-4C1F-BA95-9C8BA64F0528}" dt="2025-10-01T16:38:00.162" v="1320" actId="6549"/>
          <ac:spMkLst>
            <pc:docMk/>
            <pc:sldMk cId="596904962" sldId="289"/>
            <ac:spMk id="2" creationId="{C56A708C-A179-14AF-6667-D2CE19774395}"/>
          </ac:spMkLst>
        </pc:spChg>
        <pc:spChg chg="mod">
          <ac:chgData name="Neil Harrison" userId="15b9ffac1263b7ef" providerId="LiveId" clId="{1E764F1A-B8EC-4C1F-BA95-9C8BA64F0528}" dt="2025-10-01T17:01:53.636" v="3038" actId="115"/>
          <ac:spMkLst>
            <pc:docMk/>
            <pc:sldMk cId="596904962" sldId="289"/>
            <ac:spMk id="3" creationId="{F5AFFF60-1452-B04D-863E-078D12FA06F5}"/>
          </ac:spMkLst>
        </pc:spChg>
      </pc:sldChg>
      <pc:sldChg chg="addSp modSp new mod ord">
        <pc:chgData name="Neil Harrison" userId="15b9ffac1263b7ef" providerId="LiveId" clId="{1E764F1A-B8EC-4C1F-BA95-9C8BA64F0528}" dt="2025-10-01T19:19:42.798" v="3065" actId="20577"/>
        <pc:sldMkLst>
          <pc:docMk/>
          <pc:sldMk cId="2943629354" sldId="290"/>
        </pc:sldMkLst>
        <pc:spChg chg="mod">
          <ac:chgData name="Neil Harrison" userId="15b9ffac1263b7ef" providerId="LiveId" clId="{1E764F1A-B8EC-4C1F-BA95-9C8BA64F0528}" dt="2025-10-01T17:00:25.771" v="3001" actId="20577"/>
          <ac:spMkLst>
            <pc:docMk/>
            <pc:sldMk cId="2943629354" sldId="290"/>
            <ac:spMk id="2" creationId="{8FB48DFE-EBAB-F8AF-47B6-BFBE87CBD6DF}"/>
          </ac:spMkLst>
        </pc:spChg>
        <pc:spChg chg="mod">
          <ac:chgData name="Neil Harrison" userId="15b9ffac1263b7ef" providerId="LiveId" clId="{1E764F1A-B8EC-4C1F-BA95-9C8BA64F0528}" dt="2025-10-01T19:19:42.798" v="3065" actId="20577"/>
          <ac:spMkLst>
            <pc:docMk/>
            <pc:sldMk cId="2943629354" sldId="290"/>
            <ac:spMk id="3" creationId="{C80AC266-2A95-65F9-CE29-8A144ABA2726}"/>
          </ac:spMkLst>
        </pc:spChg>
      </pc:sldChg>
      <pc:sldChg chg="modSp new mod">
        <pc:chgData name="Neil Harrison" userId="15b9ffac1263b7ef" providerId="LiveId" clId="{1E764F1A-B8EC-4C1F-BA95-9C8BA64F0528}" dt="2025-10-01T16:45:52.027" v="2251" actId="113"/>
        <pc:sldMkLst>
          <pc:docMk/>
          <pc:sldMk cId="172209640" sldId="291"/>
        </pc:sldMkLst>
        <pc:spChg chg="mod">
          <ac:chgData name="Neil Harrison" userId="15b9ffac1263b7ef" providerId="LiveId" clId="{1E764F1A-B8EC-4C1F-BA95-9C8BA64F0528}" dt="2025-10-01T16:41:47.617" v="1814" actId="20577"/>
          <ac:spMkLst>
            <pc:docMk/>
            <pc:sldMk cId="172209640" sldId="291"/>
            <ac:spMk id="2" creationId="{C6CF73C9-F20A-5979-437D-F40C623DF2EE}"/>
          </ac:spMkLst>
        </pc:spChg>
        <pc:spChg chg="mod">
          <ac:chgData name="Neil Harrison" userId="15b9ffac1263b7ef" providerId="LiveId" clId="{1E764F1A-B8EC-4C1F-BA95-9C8BA64F0528}" dt="2025-10-01T16:45:52.027" v="2251" actId="113"/>
          <ac:spMkLst>
            <pc:docMk/>
            <pc:sldMk cId="172209640" sldId="291"/>
            <ac:spMk id="3" creationId="{D241E123-BC6C-905F-6454-FAB4C7EFD661}"/>
          </ac:spMkLst>
        </pc:spChg>
      </pc:sldChg>
      <pc:sldChg chg="addSp delSp modSp new mod modClrScheme chgLayout">
        <pc:chgData name="Neil Harrison" userId="15b9ffac1263b7ef" providerId="LiveId" clId="{1E764F1A-B8EC-4C1F-BA95-9C8BA64F0528}" dt="2025-10-15T06:38:06.640" v="12140" actId="115"/>
        <pc:sldMkLst>
          <pc:docMk/>
          <pc:sldMk cId="3258872768" sldId="292"/>
        </pc:sldMkLst>
        <pc:spChg chg="mod">
          <ac:chgData name="Neil Harrison" userId="15b9ffac1263b7ef" providerId="LiveId" clId="{1E764F1A-B8EC-4C1F-BA95-9C8BA64F0528}" dt="2025-10-01T16:51:39.293" v="2434" actId="14100"/>
          <ac:spMkLst>
            <pc:docMk/>
            <pc:sldMk cId="3258872768" sldId="292"/>
            <ac:spMk id="2" creationId="{FBFA9CA9-A450-B805-709F-BF3D4F929F26}"/>
          </ac:spMkLst>
        </pc:spChg>
        <pc:spChg chg="mod">
          <ac:chgData name="Neil Harrison" userId="15b9ffac1263b7ef" providerId="LiveId" clId="{1E764F1A-B8EC-4C1F-BA95-9C8BA64F0528}" dt="2025-10-15T06:38:06.640" v="12140" actId="115"/>
          <ac:spMkLst>
            <pc:docMk/>
            <pc:sldMk cId="3258872768" sldId="292"/>
            <ac:spMk id="3" creationId="{A0F71053-02A6-767C-99CA-0FEE3FDDEFE0}"/>
          </ac:spMkLst>
        </pc:spChg>
        <pc:spChg chg="add mod">
          <ac:chgData name="Neil Harrison" userId="15b9ffac1263b7ef" providerId="LiveId" clId="{1E764F1A-B8EC-4C1F-BA95-9C8BA64F0528}" dt="2025-10-01T16:51:53.087" v="2437" actId="14100"/>
          <ac:spMkLst>
            <pc:docMk/>
            <pc:sldMk cId="3258872768" sldId="292"/>
            <ac:spMk id="8" creationId="{B3445B5C-8F20-74CE-FA93-E777C580EA4D}"/>
          </ac:spMkLst>
        </pc:spChg>
        <pc:picChg chg="add mod">
          <ac:chgData name="Neil Harrison" userId="15b9ffac1263b7ef" providerId="LiveId" clId="{1E764F1A-B8EC-4C1F-BA95-9C8BA64F0528}" dt="2025-10-01T16:51:44.023" v="2435" actId="14100"/>
          <ac:picMkLst>
            <pc:docMk/>
            <pc:sldMk cId="3258872768" sldId="292"/>
            <ac:picMk id="5" creationId="{10B4BA53-6E17-C3F9-8F4B-5E711BD7562D}"/>
          </ac:picMkLst>
        </pc:picChg>
      </pc:sldChg>
      <pc:sldChg chg="modSp new mod">
        <pc:chgData name="Neil Harrison" userId="15b9ffac1263b7ef" providerId="LiveId" clId="{1E764F1A-B8EC-4C1F-BA95-9C8BA64F0528}" dt="2025-10-02T19:16:43.205" v="12134" actId="113"/>
        <pc:sldMkLst>
          <pc:docMk/>
          <pc:sldMk cId="3018039133" sldId="293"/>
        </pc:sldMkLst>
        <pc:spChg chg="mod">
          <ac:chgData name="Neil Harrison" userId="15b9ffac1263b7ef" providerId="LiveId" clId="{1E764F1A-B8EC-4C1F-BA95-9C8BA64F0528}" dt="2025-10-01T19:21:51.491" v="3117" actId="20577"/>
          <ac:spMkLst>
            <pc:docMk/>
            <pc:sldMk cId="3018039133" sldId="293"/>
            <ac:spMk id="2" creationId="{F51501B3-676D-5A1B-D612-447A6C4D1341}"/>
          </ac:spMkLst>
        </pc:spChg>
        <pc:spChg chg="mod">
          <ac:chgData name="Neil Harrison" userId="15b9ffac1263b7ef" providerId="LiveId" clId="{1E764F1A-B8EC-4C1F-BA95-9C8BA64F0528}" dt="2025-10-02T19:16:43.205" v="12134" actId="113"/>
          <ac:spMkLst>
            <pc:docMk/>
            <pc:sldMk cId="3018039133" sldId="293"/>
            <ac:spMk id="3" creationId="{80262C3A-4B46-2D6E-6B58-F06C77CEE92B}"/>
          </ac:spMkLst>
        </pc:spChg>
      </pc:sldChg>
      <pc:sldChg chg="modSp new mod modAnim">
        <pc:chgData name="Neil Harrison" userId="15b9ffac1263b7ef" providerId="LiveId" clId="{1E764F1A-B8EC-4C1F-BA95-9C8BA64F0528}" dt="2025-10-15T06:41:17.147" v="12151" actId="20577"/>
        <pc:sldMkLst>
          <pc:docMk/>
          <pc:sldMk cId="1750181435" sldId="294"/>
        </pc:sldMkLst>
        <pc:spChg chg="mod">
          <ac:chgData name="Neil Harrison" userId="15b9ffac1263b7ef" providerId="LiveId" clId="{1E764F1A-B8EC-4C1F-BA95-9C8BA64F0528}" dt="2025-10-01T19:33:39.892" v="3562" actId="27636"/>
          <ac:spMkLst>
            <pc:docMk/>
            <pc:sldMk cId="1750181435" sldId="294"/>
            <ac:spMk id="2" creationId="{F83DCFAD-FD31-0932-6EC3-A8C243C7F68D}"/>
          </ac:spMkLst>
        </pc:spChg>
        <pc:spChg chg="mod">
          <ac:chgData name="Neil Harrison" userId="15b9ffac1263b7ef" providerId="LiveId" clId="{1E764F1A-B8EC-4C1F-BA95-9C8BA64F0528}" dt="2025-10-15T06:41:17.147" v="12151" actId="20577"/>
          <ac:spMkLst>
            <pc:docMk/>
            <pc:sldMk cId="1750181435" sldId="294"/>
            <ac:spMk id="3" creationId="{E8F7F34F-61FC-0485-2ED6-2A2BEF490D20}"/>
          </ac:spMkLst>
        </pc:spChg>
      </pc:sldChg>
      <pc:sldChg chg="modSp new mod">
        <pc:chgData name="Neil Harrison" userId="15b9ffac1263b7ef" providerId="LiveId" clId="{1E764F1A-B8EC-4C1F-BA95-9C8BA64F0528}" dt="2025-10-01T19:55:28.832" v="4854" actId="20577"/>
        <pc:sldMkLst>
          <pc:docMk/>
          <pc:sldMk cId="1499867304" sldId="295"/>
        </pc:sldMkLst>
        <pc:spChg chg="mod">
          <ac:chgData name="Neil Harrison" userId="15b9ffac1263b7ef" providerId="LiveId" clId="{1E764F1A-B8EC-4C1F-BA95-9C8BA64F0528}" dt="2025-10-01T19:48:32.330" v="4225" actId="20577"/>
          <ac:spMkLst>
            <pc:docMk/>
            <pc:sldMk cId="1499867304" sldId="295"/>
            <ac:spMk id="2" creationId="{CD67F0C4-0471-E95F-C925-7BF5668FA9A7}"/>
          </ac:spMkLst>
        </pc:spChg>
        <pc:spChg chg="mod">
          <ac:chgData name="Neil Harrison" userId="15b9ffac1263b7ef" providerId="LiveId" clId="{1E764F1A-B8EC-4C1F-BA95-9C8BA64F0528}" dt="2025-10-01T19:55:28.832" v="4854" actId="20577"/>
          <ac:spMkLst>
            <pc:docMk/>
            <pc:sldMk cId="1499867304" sldId="295"/>
            <ac:spMk id="3" creationId="{3E8A4356-AF59-825D-BF20-6584F1BF3B60}"/>
          </ac:spMkLst>
        </pc:spChg>
      </pc:sldChg>
      <pc:sldChg chg="add del ord">
        <pc:chgData name="Neil Harrison" userId="15b9ffac1263b7ef" providerId="LiveId" clId="{1E764F1A-B8EC-4C1F-BA95-9C8BA64F0528}" dt="2025-10-02T19:12:06.001" v="11689" actId="47"/>
        <pc:sldMkLst>
          <pc:docMk/>
          <pc:sldMk cId="2353744598" sldId="296"/>
        </pc:sldMkLst>
      </pc:sldChg>
      <pc:sldChg chg="modSp new mod">
        <pc:chgData name="Neil Harrison" userId="15b9ffac1263b7ef" providerId="LiveId" clId="{1E764F1A-B8EC-4C1F-BA95-9C8BA64F0528}" dt="2025-10-01T19:58:15.913" v="5184" actId="20577"/>
        <pc:sldMkLst>
          <pc:docMk/>
          <pc:sldMk cId="798937234" sldId="297"/>
        </pc:sldMkLst>
        <pc:spChg chg="mod">
          <ac:chgData name="Neil Harrison" userId="15b9ffac1263b7ef" providerId="LiveId" clId="{1E764F1A-B8EC-4C1F-BA95-9C8BA64F0528}" dt="2025-10-01T19:55:38.019" v="4873" actId="20577"/>
          <ac:spMkLst>
            <pc:docMk/>
            <pc:sldMk cId="798937234" sldId="297"/>
            <ac:spMk id="2" creationId="{F0A32BE5-A3B9-1804-557B-81B527EFE594}"/>
          </ac:spMkLst>
        </pc:spChg>
        <pc:spChg chg="mod">
          <ac:chgData name="Neil Harrison" userId="15b9ffac1263b7ef" providerId="LiveId" clId="{1E764F1A-B8EC-4C1F-BA95-9C8BA64F0528}" dt="2025-10-01T19:58:15.913" v="5184" actId="20577"/>
          <ac:spMkLst>
            <pc:docMk/>
            <pc:sldMk cId="798937234" sldId="297"/>
            <ac:spMk id="3" creationId="{4CA3AD77-73C0-B461-AEE8-3F65D15B5608}"/>
          </ac:spMkLst>
        </pc:spChg>
      </pc:sldChg>
      <pc:sldChg chg="addSp delSp modSp new mod">
        <pc:chgData name="Neil Harrison" userId="15b9ffac1263b7ef" providerId="LiveId" clId="{1E764F1A-B8EC-4C1F-BA95-9C8BA64F0528}" dt="2025-10-15T06:48:50.861" v="12263" actId="20577"/>
        <pc:sldMkLst>
          <pc:docMk/>
          <pc:sldMk cId="3275236833" sldId="298"/>
        </pc:sldMkLst>
        <pc:spChg chg="mod">
          <ac:chgData name="Neil Harrison" userId="15b9ffac1263b7ef" providerId="LiveId" clId="{1E764F1A-B8EC-4C1F-BA95-9C8BA64F0528}" dt="2025-10-02T19:17:15.448" v="12135" actId="313"/>
          <ac:spMkLst>
            <pc:docMk/>
            <pc:sldMk cId="3275236833" sldId="298"/>
            <ac:spMk id="2" creationId="{75B3AF82-B963-2A00-747C-0BD11AA23F48}"/>
          </ac:spMkLst>
        </pc:spChg>
        <pc:graphicFrameChg chg="add mod modGraphic">
          <ac:chgData name="Neil Harrison" userId="15b9ffac1263b7ef" providerId="LiveId" clId="{1E764F1A-B8EC-4C1F-BA95-9C8BA64F0528}" dt="2025-10-15T06:48:50.861" v="12263" actId="20577"/>
          <ac:graphicFrameMkLst>
            <pc:docMk/>
            <pc:sldMk cId="3275236833" sldId="298"/>
            <ac:graphicFrameMk id="6" creationId="{21E0FADC-EC80-81A4-2F48-2CF6ECC3C1F8}"/>
          </ac:graphicFrameMkLst>
        </pc:graphicFrameChg>
      </pc:sldChg>
      <pc:sldChg chg="modSp new mod modAnim">
        <pc:chgData name="Neil Harrison" userId="15b9ffac1263b7ef" providerId="LiveId" clId="{1E764F1A-B8EC-4C1F-BA95-9C8BA64F0528}" dt="2025-10-02T03:38:29.086" v="6347" actId="20577"/>
        <pc:sldMkLst>
          <pc:docMk/>
          <pc:sldMk cId="3452494890" sldId="299"/>
        </pc:sldMkLst>
        <pc:spChg chg="mod">
          <ac:chgData name="Neil Harrison" userId="15b9ffac1263b7ef" providerId="LiveId" clId="{1E764F1A-B8EC-4C1F-BA95-9C8BA64F0528}" dt="2025-10-02T03:35:23.646" v="6024" actId="20577"/>
          <ac:spMkLst>
            <pc:docMk/>
            <pc:sldMk cId="3452494890" sldId="299"/>
            <ac:spMk id="2" creationId="{D945B1B9-401F-088B-26AC-9AF79BD34D6E}"/>
          </ac:spMkLst>
        </pc:spChg>
        <pc:spChg chg="mod">
          <ac:chgData name="Neil Harrison" userId="15b9ffac1263b7ef" providerId="LiveId" clId="{1E764F1A-B8EC-4C1F-BA95-9C8BA64F0528}" dt="2025-10-02T03:38:29.086" v="6347" actId="20577"/>
          <ac:spMkLst>
            <pc:docMk/>
            <pc:sldMk cId="3452494890" sldId="299"/>
            <ac:spMk id="3" creationId="{51E08EC1-45FC-3724-E5B5-71254621D754}"/>
          </ac:spMkLst>
        </pc:spChg>
      </pc:sldChg>
      <pc:sldChg chg="modSp add mod">
        <pc:chgData name="Neil Harrison" userId="15b9ffac1263b7ef" providerId="LiveId" clId="{1E764F1A-B8EC-4C1F-BA95-9C8BA64F0528}" dt="2025-10-02T03:34:55.976" v="6007" actId="20577"/>
        <pc:sldMkLst>
          <pc:docMk/>
          <pc:sldMk cId="1523305545" sldId="300"/>
        </pc:sldMkLst>
        <pc:spChg chg="mod">
          <ac:chgData name="Neil Harrison" userId="15b9ffac1263b7ef" providerId="LiveId" clId="{1E764F1A-B8EC-4C1F-BA95-9C8BA64F0528}" dt="2025-10-02T03:32:10.895" v="5574" actId="5793"/>
          <ac:spMkLst>
            <pc:docMk/>
            <pc:sldMk cId="1523305545" sldId="300"/>
            <ac:spMk id="2" creationId="{1687A060-49F2-9467-61BF-9721686B7A62}"/>
          </ac:spMkLst>
        </pc:spChg>
        <pc:graphicFrameChg chg="modGraphic">
          <ac:chgData name="Neil Harrison" userId="15b9ffac1263b7ef" providerId="LiveId" clId="{1E764F1A-B8EC-4C1F-BA95-9C8BA64F0528}" dt="2025-10-02T03:34:55.976" v="6007" actId="20577"/>
          <ac:graphicFrameMkLst>
            <pc:docMk/>
            <pc:sldMk cId="1523305545" sldId="300"/>
            <ac:graphicFrameMk id="6" creationId="{C0BCF544-EC1A-216B-80E9-D5759141E150}"/>
          </ac:graphicFrameMkLst>
        </pc:graphicFrameChg>
      </pc:sldChg>
      <pc:sldChg chg="modSp new mod ord">
        <pc:chgData name="Neil Harrison" userId="15b9ffac1263b7ef" providerId="LiveId" clId="{1E764F1A-B8EC-4C1F-BA95-9C8BA64F0528}" dt="2025-10-15T06:53:58.408" v="12362" actId="20577"/>
        <pc:sldMkLst>
          <pc:docMk/>
          <pc:sldMk cId="2450331298" sldId="301"/>
        </pc:sldMkLst>
        <pc:spChg chg="mod">
          <ac:chgData name="Neil Harrison" userId="15b9ffac1263b7ef" providerId="LiveId" clId="{1E764F1A-B8EC-4C1F-BA95-9C8BA64F0528}" dt="2025-10-02T19:12:43.482" v="11713" actId="20577"/>
          <ac:spMkLst>
            <pc:docMk/>
            <pc:sldMk cId="2450331298" sldId="301"/>
            <ac:spMk id="2" creationId="{7896F935-0023-DE12-1A1F-2C23B7500543}"/>
          </ac:spMkLst>
        </pc:spChg>
        <pc:spChg chg="mod">
          <ac:chgData name="Neil Harrison" userId="15b9ffac1263b7ef" providerId="LiveId" clId="{1E764F1A-B8EC-4C1F-BA95-9C8BA64F0528}" dt="2025-10-15T06:53:58.408" v="12362" actId="20577"/>
          <ac:spMkLst>
            <pc:docMk/>
            <pc:sldMk cId="2450331298" sldId="301"/>
            <ac:spMk id="3" creationId="{F9D53E2A-D3A8-7969-5C21-3DE11361DB46}"/>
          </ac:spMkLst>
        </pc:spChg>
      </pc:sldChg>
      <pc:sldChg chg="modSp new mod ord">
        <pc:chgData name="Neil Harrison" userId="15b9ffac1263b7ef" providerId="LiveId" clId="{1E764F1A-B8EC-4C1F-BA95-9C8BA64F0528}" dt="2025-10-02T17:03:38.914" v="6878" actId="20577"/>
        <pc:sldMkLst>
          <pc:docMk/>
          <pc:sldMk cId="3051516479" sldId="302"/>
        </pc:sldMkLst>
        <pc:spChg chg="mod">
          <ac:chgData name="Neil Harrison" userId="15b9ffac1263b7ef" providerId="LiveId" clId="{1E764F1A-B8EC-4C1F-BA95-9C8BA64F0528}" dt="2025-10-02T16:58:21.450" v="6521" actId="20577"/>
          <ac:spMkLst>
            <pc:docMk/>
            <pc:sldMk cId="3051516479" sldId="302"/>
            <ac:spMk id="2" creationId="{6AE113AC-DBB7-206A-2C30-AF7BE9B85F21}"/>
          </ac:spMkLst>
        </pc:spChg>
        <pc:spChg chg="mod">
          <ac:chgData name="Neil Harrison" userId="15b9ffac1263b7ef" providerId="LiveId" clId="{1E764F1A-B8EC-4C1F-BA95-9C8BA64F0528}" dt="2025-10-02T17:03:38.914" v="6878" actId="20577"/>
          <ac:spMkLst>
            <pc:docMk/>
            <pc:sldMk cId="3051516479" sldId="302"/>
            <ac:spMk id="3" creationId="{666118FD-2823-F42E-3352-661A062B9AC7}"/>
          </ac:spMkLst>
        </pc:spChg>
      </pc:sldChg>
      <pc:sldChg chg="modSp new add del mod">
        <pc:chgData name="Neil Harrison" userId="15b9ffac1263b7ef" providerId="LiveId" clId="{1E764F1A-B8EC-4C1F-BA95-9C8BA64F0528}" dt="2025-10-15T07:03:42.604" v="12369" actId="47"/>
        <pc:sldMkLst>
          <pc:docMk/>
          <pc:sldMk cId="3386976823" sldId="303"/>
        </pc:sldMkLst>
      </pc:sldChg>
      <pc:sldChg chg="modSp new mod">
        <pc:chgData name="Neil Harrison" userId="15b9ffac1263b7ef" providerId="LiveId" clId="{1E764F1A-B8EC-4C1F-BA95-9C8BA64F0528}" dt="2025-10-02T17:24:06.175" v="8073" actId="5793"/>
        <pc:sldMkLst>
          <pc:docMk/>
          <pc:sldMk cId="2214501533" sldId="304"/>
        </pc:sldMkLst>
        <pc:spChg chg="mod">
          <ac:chgData name="Neil Harrison" userId="15b9ffac1263b7ef" providerId="LiveId" clId="{1E764F1A-B8EC-4C1F-BA95-9C8BA64F0528}" dt="2025-10-02T17:14:06.829" v="7187" actId="20577"/>
          <ac:spMkLst>
            <pc:docMk/>
            <pc:sldMk cId="2214501533" sldId="304"/>
            <ac:spMk id="2" creationId="{2C6DAFB0-A11F-2532-C2F2-210ED02B3A48}"/>
          </ac:spMkLst>
        </pc:spChg>
        <pc:spChg chg="mod">
          <ac:chgData name="Neil Harrison" userId="15b9ffac1263b7ef" providerId="LiveId" clId="{1E764F1A-B8EC-4C1F-BA95-9C8BA64F0528}" dt="2025-10-02T17:24:06.175" v="8073" actId="5793"/>
          <ac:spMkLst>
            <pc:docMk/>
            <pc:sldMk cId="2214501533" sldId="304"/>
            <ac:spMk id="3" creationId="{69AE8943-5536-D3FB-AA37-65B07A672525}"/>
          </ac:spMkLst>
        </pc:spChg>
      </pc:sldChg>
      <pc:sldChg chg="modSp new del mod ord">
        <pc:chgData name="Neil Harrison" userId="15b9ffac1263b7ef" providerId="LiveId" clId="{1E764F1A-B8EC-4C1F-BA95-9C8BA64F0528}" dt="2025-10-02T17:06:43.419" v="6992" actId="2696"/>
        <pc:sldMkLst>
          <pc:docMk/>
          <pc:sldMk cId="1150445570" sldId="305"/>
        </pc:sldMkLst>
      </pc:sldChg>
      <pc:sldChg chg="modSp new mod">
        <pc:chgData name="Neil Harrison" userId="15b9ffac1263b7ef" providerId="LiveId" clId="{1E764F1A-B8EC-4C1F-BA95-9C8BA64F0528}" dt="2025-10-02T17:34:00.742" v="8639" actId="20577"/>
        <pc:sldMkLst>
          <pc:docMk/>
          <pc:sldMk cId="1484872161" sldId="305"/>
        </pc:sldMkLst>
        <pc:spChg chg="mod">
          <ac:chgData name="Neil Harrison" userId="15b9ffac1263b7ef" providerId="LiveId" clId="{1E764F1A-B8EC-4C1F-BA95-9C8BA64F0528}" dt="2025-10-02T17:34:00.742" v="8639" actId="20577"/>
          <ac:spMkLst>
            <pc:docMk/>
            <pc:sldMk cId="1484872161" sldId="305"/>
            <ac:spMk id="2" creationId="{22D652D9-359B-D34C-9C7C-7622B169AA61}"/>
          </ac:spMkLst>
        </pc:spChg>
        <pc:spChg chg="mod">
          <ac:chgData name="Neil Harrison" userId="15b9ffac1263b7ef" providerId="LiveId" clId="{1E764F1A-B8EC-4C1F-BA95-9C8BA64F0528}" dt="2025-10-02T17:30:54.112" v="8627" actId="20577"/>
          <ac:spMkLst>
            <pc:docMk/>
            <pc:sldMk cId="1484872161" sldId="305"/>
            <ac:spMk id="3" creationId="{AC07CF9A-0CB0-FD6B-A940-F2E2F65ABA4A}"/>
          </ac:spMkLst>
        </pc:spChg>
      </pc:sldChg>
      <pc:sldChg chg="modSp new mod ord">
        <pc:chgData name="Neil Harrison" userId="15b9ffac1263b7ef" providerId="LiveId" clId="{1E764F1A-B8EC-4C1F-BA95-9C8BA64F0528}" dt="2025-10-02T17:22:16.492" v="7960" actId="20577"/>
        <pc:sldMkLst>
          <pc:docMk/>
          <pc:sldMk cId="3831279251" sldId="306"/>
        </pc:sldMkLst>
        <pc:spChg chg="mod">
          <ac:chgData name="Neil Harrison" userId="15b9ffac1263b7ef" providerId="LiveId" clId="{1E764F1A-B8EC-4C1F-BA95-9C8BA64F0528}" dt="2025-10-02T17:22:16.492" v="7960" actId="20577"/>
          <ac:spMkLst>
            <pc:docMk/>
            <pc:sldMk cId="3831279251" sldId="306"/>
            <ac:spMk id="2" creationId="{1129D027-0921-D85F-BD75-AE295740A150}"/>
          </ac:spMkLst>
        </pc:spChg>
      </pc:sldChg>
      <pc:sldChg chg="modSp new mod">
        <pc:chgData name="Neil Harrison" userId="15b9ffac1263b7ef" providerId="LiveId" clId="{1E764F1A-B8EC-4C1F-BA95-9C8BA64F0528}" dt="2025-10-02T17:22:00.944" v="7940" actId="113"/>
        <pc:sldMkLst>
          <pc:docMk/>
          <pc:sldMk cId="1105065298" sldId="307"/>
        </pc:sldMkLst>
        <pc:spChg chg="mod">
          <ac:chgData name="Neil Harrison" userId="15b9ffac1263b7ef" providerId="LiveId" clId="{1E764F1A-B8EC-4C1F-BA95-9C8BA64F0528}" dt="2025-10-02T17:22:00.944" v="7940" actId="113"/>
          <ac:spMkLst>
            <pc:docMk/>
            <pc:sldMk cId="1105065298" sldId="307"/>
            <ac:spMk id="2" creationId="{300A0FB9-911D-E22B-D07D-B4697BDFCE12}"/>
          </ac:spMkLst>
        </pc:spChg>
      </pc:sldChg>
      <pc:sldChg chg="modSp new mod">
        <pc:chgData name="Neil Harrison" userId="15b9ffac1263b7ef" providerId="LiveId" clId="{1E764F1A-B8EC-4C1F-BA95-9C8BA64F0528}" dt="2025-10-02T17:57:05.680" v="9610" actId="20577"/>
        <pc:sldMkLst>
          <pc:docMk/>
          <pc:sldMk cId="505007097" sldId="308"/>
        </pc:sldMkLst>
        <pc:spChg chg="mod">
          <ac:chgData name="Neil Harrison" userId="15b9ffac1263b7ef" providerId="LiveId" clId="{1E764F1A-B8EC-4C1F-BA95-9C8BA64F0528}" dt="2025-10-02T17:40:35.939" v="9238" actId="20577"/>
          <ac:spMkLst>
            <pc:docMk/>
            <pc:sldMk cId="505007097" sldId="308"/>
            <ac:spMk id="2" creationId="{DB135BC0-DBC8-76FA-9025-10C0EC44DB4E}"/>
          </ac:spMkLst>
        </pc:spChg>
        <pc:spChg chg="mod">
          <ac:chgData name="Neil Harrison" userId="15b9ffac1263b7ef" providerId="LiveId" clId="{1E764F1A-B8EC-4C1F-BA95-9C8BA64F0528}" dt="2025-10-02T17:57:05.680" v="9610" actId="20577"/>
          <ac:spMkLst>
            <pc:docMk/>
            <pc:sldMk cId="505007097" sldId="308"/>
            <ac:spMk id="3" creationId="{3C8B2727-5724-02FA-B2FB-E004A378276C}"/>
          </ac:spMkLst>
        </pc:spChg>
      </pc:sldChg>
      <pc:sldChg chg="modSp new mod">
        <pc:chgData name="Neil Harrison" userId="15b9ffac1263b7ef" providerId="LiveId" clId="{1E764F1A-B8EC-4C1F-BA95-9C8BA64F0528}" dt="2025-10-15T07:04:54.148" v="12407" actId="20577"/>
        <pc:sldMkLst>
          <pc:docMk/>
          <pc:sldMk cId="753758516" sldId="309"/>
        </pc:sldMkLst>
        <pc:spChg chg="mod">
          <ac:chgData name="Neil Harrison" userId="15b9ffac1263b7ef" providerId="LiveId" clId="{1E764F1A-B8EC-4C1F-BA95-9C8BA64F0528}" dt="2025-10-02T17:58:44.585" v="9647" actId="20577"/>
          <ac:spMkLst>
            <pc:docMk/>
            <pc:sldMk cId="753758516" sldId="309"/>
            <ac:spMk id="2" creationId="{88C3A9DB-DA4D-933C-25E0-95BE04DFDB7B}"/>
          </ac:spMkLst>
        </pc:spChg>
        <pc:spChg chg="mod">
          <ac:chgData name="Neil Harrison" userId="15b9ffac1263b7ef" providerId="LiveId" clId="{1E764F1A-B8EC-4C1F-BA95-9C8BA64F0528}" dt="2025-10-15T07:04:54.148" v="12407" actId="20577"/>
          <ac:spMkLst>
            <pc:docMk/>
            <pc:sldMk cId="753758516" sldId="309"/>
            <ac:spMk id="3" creationId="{AA637689-8A50-1584-CAAB-4DB4BBEA722F}"/>
          </ac:spMkLst>
        </pc:spChg>
      </pc:sldChg>
      <pc:sldChg chg="new del">
        <pc:chgData name="Neil Harrison" userId="15b9ffac1263b7ef" providerId="LiveId" clId="{1E764F1A-B8EC-4C1F-BA95-9C8BA64F0528}" dt="2025-10-02T18:20:25.359" v="10868" actId="47"/>
        <pc:sldMkLst>
          <pc:docMk/>
          <pc:sldMk cId="3089694818" sldId="310"/>
        </pc:sldMkLst>
      </pc:sldChg>
      <pc:sldChg chg="modSp new mod">
        <pc:chgData name="Neil Harrison" userId="15b9ffac1263b7ef" providerId="LiveId" clId="{1E764F1A-B8EC-4C1F-BA95-9C8BA64F0528}" dt="2025-10-15T07:08:02.559" v="12548" actId="20577"/>
        <pc:sldMkLst>
          <pc:docMk/>
          <pc:sldMk cId="2923534283" sldId="311"/>
        </pc:sldMkLst>
        <pc:spChg chg="mod">
          <ac:chgData name="Neil Harrison" userId="15b9ffac1263b7ef" providerId="LiveId" clId="{1E764F1A-B8EC-4C1F-BA95-9C8BA64F0528}" dt="2025-10-02T18:09:13.945" v="10182" actId="27636"/>
          <ac:spMkLst>
            <pc:docMk/>
            <pc:sldMk cId="2923534283" sldId="311"/>
            <ac:spMk id="2" creationId="{BEC56770-44B7-90D5-D482-0D758C7AE35E}"/>
          </ac:spMkLst>
        </pc:spChg>
        <pc:spChg chg="mod">
          <ac:chgData name="Neil Harrison" userId="15b9ffac1263b7ef" providerId="LiveId" clId="{1E764F1A-B8EC-4C1F-BA95-9C8BA64F0528}" dt="2025-10-15T07:08:02.559" v="12548" actId="20577"/>
          <ac:spMkLst>
            <pc:docMk/>
            <pc:sldMk cId="2923534283" sldId="311"/>
            <ac:spMk id="3" creationId="{AE7FD012-CB77-04E7-AEF3-01FA8740DF68}"/>
          </ac:spMkLst>
        </pc:spChg>
      </pc:sldChg>
      <pc:sldChg chg="modSp new mod">
        <pc:chgData name="Neil Harrison" userId="15b9ffac1263b7ef" providerId="LiveId" clId="{1E764F1A-B8EC-4C1F-BA95-9C8BA64F0528}" dt="2025-10-02T18:17:52.282" v="10865" actId="20577"/>
        <pc:sldMkLst>
          <pc:docMk/>
          <pc:sldMk cId="3232827406" sldId="312"/>
        </pc:sldMkLst>
        <pc:spChg chg="mod">
          <ac:chgData name="Neil Harrison" userId="15b9ffac1263b7ef" providerId="LiveId" clId="{1E764F1A-B8EC-4C1F-BA95-9C8BA64F0528}" dt="2025-10-02T18:14:37.483" v="10459" actId="20577"/>
          <ac:spMkLst>
            <pc:docMk/>
            <pc:sldMk cId="3232827406" sldId="312"/>
            <ac:spMk id="2" creationId="{906FD6DF-B991-8A4F-C3FD-02AB1C5E41B2}"/>
          </ac:spMkLst>
        </pc:spChg>
        <pc:spChg chg="mod">
          <ac:chgData name="Neil Harrison" userId="15b9ffac1263b7ef" providerId="LiveId" clId="{1E764F1A-B8EC-4C1F-BA95-9C8BA64F0528}" dt="2025-10-02T18:17:52.282" v="10865" actId="20577"/>
          <ac:spMkLst>
            <pc:docMk/>
            <pc:sldMk cId="3232827406" sldId="312"/>
            <ac:spMk id="3" creationId="{BF019DB8-9A0E-D545-8B68-99ACD093F772}"/>
          </ac:spMkLst>
        </pc:spChg>
      </pc:sldChg>
      <pc:sldChg chg="new del">
        <pc:chgData name="Neil Harrison" userId="15b9ffac1263b7ef" providerId="LiveId" clId="{1E764F1A-B8EC-4C1F-BA95-9C8BA64F0528}" dt="2025-10-02T18:20:23.583" v="10867" actId="47"/>
        <pc:sldMkLst>
          <pc:docMk/>
          <pc:sldMk cId="2279932317" sldId="313"/>
        </pc:sldMkLst>
      </pc:sldChg>
      <pc:sldChg chg="modSp add mod modAnim">
        <pc:chgData name="Neil Harrison" userId="15b9ffac1263b7ef" providerId="LiveId" clId="{1E764F1A-B8EC-4C1F-BA95-9C8BA64F0528}" dt="2025-10-02T18:29:28.131" v="10901" actId="404"/>
        <pc:sldMkLst>
          <pc:docMk/>
          <pc:sldMk cId="2720666878" sldId="313"/>
        </pc:sldMkLst>
        <pc:spChg chg="mod">
          <ac:chgData name="Neil Harrison" userId="15b9ffac1263b7ef" providerId="LiveId" clId="{1E764F1A-B8EC-4C1F-BA95-9C8BA64F0528}" dt="2025-10-02T18:29:28.131" v="10901" actId="404"/>
          <ac:spMkLst>
            <pc:docMk/>
            <pc:sldMk cId="2720666878" sldId="313"/>
            <ac:spMk id="2" creationId="{3F6B1567-C771-4F39-AF02-4C6D46CECA83}"/>
          </ac:spMkLst>
        </pc:spChg>
      </pc:sldChg>
      <pc:sldChg chg="modSp new mod">
        <pc:chgData name="Neil Harrison" userId="15b9ffac1263b7ef" providerId="LiveId" clId="{1E764F1A-B8EC-4C1F-BA95-9C8BA64F0528}" dt="2025-10-02T19:06:24.735" v="11168" actId="20577"/>
        <pc:sldMkLst>
          <pc:docMk/>
          <pc:sldMk cId="4213554317" sldId="314"/>
        </pc:sldMkLst>
        <pc:spChg chg="mod">
          <ac:chgData name="Neil Harrison" userId="15b9ffac1263b7ef" providerId="LiveId" clId="{1E764F1A-B8EC-4C1F-BA95-9C8BA64F0528}" dt="2025-10-02T19:04:11.487" v="10941" actId="20577"/>
          <ac:spMkLst>
            <pc:docMk/>
            <pc:sldMk cId="4213554317" sldId="314"/>
            <ac:spMk id="2" creationId="{D3ACE725-9252-8094-CB18-F1BAA1CA0893}"/>
          </ac:spMkLst>
        </pc:spChg>
        <pc:spChg chg="mod">
          <ac:chgData name="Neil Harrison" userId="15b9ffac1263b7ef" providerId="LiveId" clId="{1E764F1A-B8EC-4C1F-BA95-9C8BA64F0528}" dt="2025-10-02T19:06:24.735" v="11168" actId="20577"/>
          <ac:spMkLst>
            <pc:docMk/>
            <pc:sldMk cId="4213554317" sldId="314"/>
            <ac:spMk id="3" creationId="{A554E48B-F620-2C4F-D578-60C31DB320A7}"/>
          </ac:spMkLst>
        </pc:spChg>
      </pc:sldChg>
      <pc:sldChg chg="modSp new add del mod">
        <pc:chgData name="Neil Harrison" userId="15b9ffac1263b7ef" providerId="LiveId" clId="{1E764F1A-B8EC-4C1F-BA95-9C8BA64F0528}" dt="2025-10-02T19:10:05.685" v="11473" actId="2696"/>
        <pc:sldMkLst>
          <pc:docMk/>
          <pc:sldMk cId="4260067640" sldId="315"/>
        </pc:sldMkLst>
        <pc:spChg chg="mod">
          <ac:chgData name="Neil Harrison" userId="15b9ffac1263b7ef" providerId="LiveId" clId="{1E764F1A-B8EC-4C1F-BA95-9C8BA64F0528}" dt="2025-10-02T19:06:37.938" v="11200" actId="20577"/>
          <ac:spMkLst>
            <pc:docMk/>
            <pc:sldMk cId="4260067640" sldId="315"/>
            <ac:spMk id="2" creationId="{F7307809-F833-9A79-CE5A-459965F479D4}"/>
          </ac:spMkLst>
        </pc:spChg>
        <pc:spChg chg="mod">
          <ac:chgData name="Neil Harrison" userId="15b9ffac1263b7ef" providerId="LiveId" clId="{1E764F1A-B8EC-4C1F-BA95-9C8BA64F0528}" dt="2025-10-02T19:09:29.397" v="11471" actId="20577"/>
          <ac:spMkLst>
            <pc:docMk/>
            <pc:sldMk cId="4260067640" sldId="315"/>
            <ac:spMk id="3" creationId="{0119567A-2557-BCB5-2A9A-63E6C1269813}"/>
          </ac:spMkLst>
        </pc:spChg>
      </pc:sldChg>
      <pc:sldChg chg="modSp add mod">
        <pc:chgData name="Neil Harrison" userId="15b9ffac1263b7ef" providerId="LiveId" clId="{1E764F1A-B8EC-4C1F-BA95-9C8BA64F0528}" dt="2025-10-02T19:12:02.021" v="11688" actId="20577"/>
        <pc:sldMkLst>
          <pc:docMk/>
          <pc:sldMk cId="1025866854" sldId="316"/>
        </pc:sldMkLst>
        <pc:spChg chg="mod">
          <ac:chgData name="Neil Harrison" userId="15b9ffac1263b7ef" providerId="LiveId" clId="{1E764F1A-B8EC-4C1F-BA95-9C8BA64F0528}" dt="2025-10-02T19:10:20.310" v="11477" actId="20577"/>
          <ac:spMkLst>
            <pc:docMk/>
            <pc:sldMk cId="1025866854" sldId="316"/>
            <ac:spMk id="2" creationId="{27B0C948-A62B-30DE-F9A6-FA76C2EDDA1C}"/>
          </ac:spMkLst>
        </pc:spChg>
        <pc:spChg chg="mod">
          <ac:chgData name="Neil Harrison" userId="15b9ffac1263b7ef" providerId="LiveId" clId="{1E764F1A-B8EC-4C1F-BA95-9C8BA64F0528}" dt="2025-10-02T19:12:02.021" v="11688" actId="20577"/>
          <ac:spMkLst>
            <pc:docMk/>
            <pc:sldMk cId="1025866854" sldId="316"/>
            <ac:spMk id="3" creationId="{D978C71E-509D-D63B-A0B8-E23F459BA202}"/>
          </ac:spMkLst>
        </pc:spChg>
      </pc:sldChg>
      <pc:sldChg chg="modSp new mod">
        <pc:chgData name="Neil Harrison" userId="15b9ffac1263b7ef" providerId="LiveId" clId="{1E764F1A-B8EC-4C1F-BA95-9C8BA64F0528}" dt="2025-10-15T06:45:15.560" v="12260" actId="20577"/>
        <pc:sldMkLst>
          <pc:docMk/>
          <pc:sldMk cId="557584265" sldId="317"/>
        </pc:sldMkLst>
        <pc:spChg chg="mod">
          <ac:chgData name="Neil Harrison" userId="15b9ffac1263b7ef" providerId="LiveId" clId="{1E764F1A-B8EC-4C1F-BA95-9C8BA64F0528}" dt="2025-10-15T06:44:47.252" v="12171" actId="20577"/>
          <ac:spMkLst>
            <pc:docMk/>
            <pc:sldMk cId="557584265" sldId="317"/>
            <ac:spMk id="2" creationId="{A557304F-8C3B-516C-55BD-DA034F6E3BC4}"/>
          </ac:spMkLst>
        </pc:spChg>
        <pc:spChg chg="mod">
          <ac:chgData name="Neil Harrison" userId="15b9ffac1263b7ef" providerId="LiveId" clId="{1E764F1A-B8EC-4C1F-BA95-9C8BA64F0528}" dt="2025-10-15T06:45:15.560" v="12260" actId="20577"/>
          <ac:spMkLst>
            <pc:docMk/>
            <pc:sldMk cId="557584265" sldId="317"/>
            <ac:spMk id="3" creationId="{290AF3F9-7216-ED65-11B3-0963CE5BA5AA}"/>
          </ac:spMkLst>
        </pc:spChg>
      </pc:sldChg>
      <pc:sldChg chg="new add del">
        <pc:chgData name="Neil Harrison" userId="15b9ffac1263b7ef" providerId="LiveId" clId="{1E764F1A-B8EC-4C1F-BA95-9C8BA64F0528}" dt="2025-10-15T07:03:36.558" v="12368" actId="680"/>
        <pc:sldMkLst>
          <pc:docMk/>
          <pc:sldMk cId="3980295549" sldId="31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5CDBA-2E96-4B92-A6E4-BA73EB1EB6BF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239237-B0B3-48DB-8E2F-964645F23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566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1600" y="1931736"/>
            <a:ext cx="6400800" cy="70852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Title of my slideshow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2640262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3355193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3283" y="3017921"/>
            <a:ext cx="5513138" cy="708526"/>
          </a:xfrm>
        </p:spPr>
        <p:txBody>
          <a:bodyPr/>
          <a:lstStyle>
            <a:lvl1pPr algn="l">
              <a:defRPr baseline="0"/>
            </a:lvl1pPr>
          </a:lstStyle>
          <a:p>
            <a:r>
              <a:rPr lang="en-US" dirty="0"/>
              <a:t>Section header goes here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10632" y="3726447"/>
            <a:ext cx="4906210" cy="648369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754032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5105" y="507994"/>
            <a:ext cx="7787106" cy="721896"/>
          </a:xfrm>
        </p:spPr>
        <p:txBody>
          <a:bodyPr/>
          <a:lstStyle/>
          <a:p>
            <a:r>
              <a:rPr lang="en-US" dirty="0"/>
              <a:t>Title of slide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1230313"/>
            <a:ext cx="7788275" cy="3387725"/>
          </a:xfrm>
        </p:spPr>
        <p:txBody>
          <a:bodyPr/>
          <a:lstStyle/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ex </a:t>
            </a:r>
            <a:r>
              <a:rPr lang="en-US" dirty="0" err="1"/>
              <a:t>orci</a:t>
            </a:r>
            <a:r>
              <a:rPr lang="en-US" dirty="0"/>
              <a:t>, tempus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.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dolor </a:t>
            </a:r>
            <a:r>
              <a:rPr lang="en-US" dirty="0" err="1"/>
              <a:t>gravida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. </a:t>
            </a:r>
            <a:r>
              <a:rPr lang="en-US" dirty="0" err="1"/>
              <a:t>Paesent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,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pellenteque</a:t>
            </a:r>
            <a:r>
              <a:rPr lang="en-US" dirty="0"/>
              <a:t> in, </a:t>
            </a:r>
            <a:r>
              <a:rPr lang="en-US" dirty="0" err="1"/>
              <a:t>vulputate</a:t>
            </a:r>
            <a:r>
              <a:rPr lang="en-US" dirty="0"/>
              <a:t> a </a:t>
            </a:r>
            <a:r>
              <a:rPr lang="en-US" dirty="0" err="1"/>
              <a:t>leo</a:t>
            </a:r>
            <a:r>
              <a:rPr lang="en-US" dirty="0"/>
              <a:t>. Integer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placerate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8782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915987" y="514685"/>
            <a:ext cx="7313613" cy="4103354"/>
          </a:xfrm>
        </p:spPr>
        <p:txBody>
          <a:bodyPr/>
          <a:lstStyle>
            <a:lvl1pPr>
              <a:defRPr b="0" i="1" baseline="0">
                <a:solidFill>
                  <a:srgbClr val="1F4C2A"/>
                </a:solidFill>
              </a:defRPr>
            </a:lvl1pPr>
          </a:lstStyle>
          <a:p>
            <a:pPr lvl="0"/>
            <a:r>
              <a:rPr lang="en-US" dirty="0"/>
              <a:t>“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ex </a:t>
            </a:r>
            <a:r>
              <a:rPr lang="en-US" dirty="0" err="1"/>
              <a:t>orci</a:t>
            </a:r>
            <a:r>
              <a:rPr lang="en-US" dirty="0"/>
              <a:t>, tempus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.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dolor </a:t>
            </a:r>
            <a:r>
              <a:rPr lang="en-US" dirty="0" err="1"/>
              <a:t>gravida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. </a:t>
            </a:r>
            <a:r>
              <a:rPr lang="en-US" dirty="0" err="1"/>
              <a:t>Paesent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,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pellenteque</a:t>
            </a:r>
            <a:r>
              <a:rPr lang="en-US" dirty="0"/>
              <a:t> in, </a:t>
            </a:r>
            <a:r>
              <a:rPr lang="en-US" dirty="0" err="1"/>
              <a:t>vulputate</a:t>
            </a:r>
            <a:r>
              <a:rPr lang="en-US" dirty="0"/>
              <a:t> a </a:t>
            </a:r>
            <a:r>
              <a:rPr lang="en-US" dirty="0" err="1"/>
              <a:t>leo</a:t>
            </a:r>
            <a:r>
              <a:rPr lang="en-US" dirty="0"/>
              <a:t>. Integer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placerate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.”</a:t>
            </a:r>
          </a:p>
          <a:p>
            <a:pPr lvl="0"/>
            <a:r>
              <a:rPr lang="en-US" dirty="0"/>
              <a:t>-</a:t>
            </a:r>
            <a:r>
              <a:rPr lang="en-US" dirty="0" err="1"/>
              <a:t>Lorem</a:t>
            </a:r>
            <a:r>
              <a:rPr lang="en-US" dirty="0"/>
              <a:t> P. </a:t>
            </a:r>
            <a:r>
              <a:rPr lang="en-US" dirty="0" err="1"/>
              <a:t>Ipsum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758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5105" y="507994"/>
            <a:ext cx="7787106" cy="721896"/>
          </a:xfrm>
        </p:spPr>
        <p:txBody>
          <a:bodyPr/>
          <a:lstStyle/>
          <a:p>
            <a:r>
              <a:rPr lang="en-US" dirty="0"/>
              <a:t>Title of slide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74689" y="1230313"/>
            <a:ext cx="3851274" cy="3387725"/>
          </a:xfrm>
        </p:spPr>
        <p:txBody>
          <a:bodyPr/>
          <a:lstStyle/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ex </a:t>
            </a:r>
            <a:r>
              <a:rPr lang="en-US" dirty="0" err="1"/>
              <a:t>orci</a:t>
            </a:r>
            <a:r>
              <a:rPr lang="en-US" dirty="0"/>
              <a:t>, tempus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618038" y="1230313"/>
            <a:ext cx="3844925" cy="33877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82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5105" y="507994"/>
            <a:ext cx="7787106" cy="721896"/>
          </a:xfrm>
        </p:spPr>
        <p:txBody>
          <a:bodyPr/>
          <a:lstStyle/>
          <a:p>
            <a:r>
              <a:rPr lang="en-US" dirty="0"/>
              <a:t>Title of image/chart/content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75106" y="1230313"/>
            <a:ext cx="7787858" cy="33877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19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/Image and Descriptio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5988" y="508000"/>
            <a:ext cx="4557712" cy="4110038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Chart/image/content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648159" y="508000"/>
            <a:ext cx="2581442" cy="4110038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Description of chart/image/content</a:t>
            </a:r>
          </a:p>
        </p:txBody>
      </p:sp>
    </p:spTree>
    <p:extLst>
      <p:ext uri="{BB962C8B-B14F-4D97-AF65-F5344CB8AC3E}">
        <p14:creationId xmlns:p14="http://schemas.microsoft.com/office/powerpoint/2010/main" val="395488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9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3884" y="467890"/>
            <a:ext cx="8229600" cy="721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of my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89786"/>
            <a:ext cx="8229600" cy="3485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3906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4" r:id="rId4"/>
    <p:sldLayoutId id="2147483661" r:id="rId5"/>
    <p:sldLayoutId id="2147483662" r:id="rId6"/>
    <p:sldLayoutId id="2147483663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500" kern="1200">
          <a:solidFill>
            <a:srgbClr val="1F4C2A"/>
          </a:solidFill>
          <a:latin typeface="Georgia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50000"/>
        </a:lnSpc>
        <a:spcBef>
          <a:spcPct val="20000"/>
        </a:spcBef>
        <a:buFont typeface="Arial"/>
        <a:buNone/>
        <a:defRPr sz="2000" kern="1200" baseline="0">
          <a:solidFill>
            <a:srgbClr val="7B7976"/>
          </a:solidFill>
          <a:latin typeface="Lucida Grande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7B7976"/>
          </a:solidFill>
          <a:latin typeface="Lucida Grande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7B7976"/>
          </a:solidFill>
          <a:latin typeface="Lucida Grande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7B7976"/>
          </a:solidFill>
          <a:latin typeface="Lucida Grande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7B7976"/>
          </a:solidFill>
          <a:latin typeface="Lucida Grande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2888" y="1931736"/>
            <a:ext cx="7082726" cy="708526"/>
          </a:xfrm>
        </p:spPr>
        <p:txBody>
          <a:bodyPr>
            <a:noAutofit/>
          </a:bodyPr>
          <a:lstStyle/>
          <a:p>
            <a:r>
              <a:rPr lang="en-US" sz="2800" dirty="0"/>
              <a:t>Software Architecture for Essential and Accidental Uncertainty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</a:rPr>
              <a:t>Neil Harrison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</a:rPr>
              <a:t>w</a:t>
            </a:r>
            <a:r>
              <a:rPr lang="en-US" sz="1800">
                <a:solidFill>
                  <a:schemeClr val="tx1"/>
                </a:solidFill>
              </a:rPr>
              <a:t>ith </a:t>
            </a:r>
            <a:r>
              <a:rPr lang="en-US" sz="1800" dirty="0">
                <a:solidFill>
                  <a:schemeClr val="tx1"/>
                </a:solidFill>
              </a:rPr>
              <a:t>George Rudolph, Peter Aldous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/>
                </a:solidFill>
              </a:rPr>
              <a:t>Utah Valley University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9213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183601E-4869-746F-2F6E-CB50123FF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105" y="507994"/>
            <a:ext cx="7787106" cy="721896"/>
          </a:xfrm>
        </p:spPr>
        <p:txBody>
          <a:bodyPr>
            <a:normAutofit/>
          </a:bodyPr>
          <a:lstStyle/>
          <a:p>
            <a:r>
              <a:rPr lang="en-US" sz="3600" b="1" dirty="0"/>
              <a:t>Introduction: A bit of History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0AE4F6-583E-49AD-DBCA-C99606FD5B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4689" y="1230313"/>
            <a:ext cx="3851274" cy="33877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600" i="0" dirty="0"/>
              <a:t>The ENIAC:  Electronic Numerical Integrator and Computer</a:t>
            </a:r>
          </a:p>
          <a:p>
            <a:pPr>
              <a:lnSpc>
                <a:spcPct val="140000"/>
              </a:lnSpc>
            </a:pPr>
            <a:endParaRPr lang="en-US" sz="1600" i="0" dirty="0"/>
          </a:p>
          <a:p>
            <a:pPr>
              <a:lnSpc>
                <a:spcPct val="140000"/>
              </a:lnSpc>
            </a:pPr>
            <a:r>
              <a:rPr lang="en-US" sz="1600" dirty="0"/>
              <a:t>First general-purpose computer to solve “a large class of numerical problems”</a:t>
            </a:r>
          </a:p>
          <a:p>
            <a:pPr>
              <a:lnSpc>
                <a:spcPct val="140000"/>
              </a:lnSpc>
            </a:pPr>
            <a:endParaRPr lang="en-US" sz="1600" i="0" dirty="0"/>
          </a:p>
          <a:p>
            <a:pPr>
              <a:lnSpc>
                <a:spcPct val="140000"/>
              </a:lnSpc>
            </a:pPr>
            <a:r>
              <a:rPr lang="en-US" sz="1600" dirty="0"/>
              <a:t>(Note that these numerical problems were precisely defined and results could be deterministically computed)</a:t>
            </a:r>
            <a:endParaRPr lang="en-US" sz="1600" i="0" dirty="0"/>
          </a:p>
        </p:txBody>
      </p:sp>
      <p:pic>
        <p:nvPicPr>
          <p:cNvPr id="3" name="Picture 2" descr="A large machine with many switches&#10;&#10;AI-generated content may be incorrect.">
            <a:extLst>
              <a:ext uri="{FF2B5EF4-FFF2-40B4-BE49-F238E27FC236}">
                <a16:creationId xmlns:a16="http://schemas.microsoft.com/office/drawing/2014/main" id="{4D782061-FF10-3DC1-4CC2-3B5960947A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36" r="4077" b="3"/>
          <a:stretch>
            <a:fillRect/>
          </a:stretch>
        </p:blipFill>
        <p:spPr>
          <a:xfrm>
            <a:off x="4618038" y="1230313"/>
            <a:ext cx="3844925" cy="33877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00411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28095-B650-6745-6ED5-C29930BA4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Progress: More Applications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FAD5C-463C-6D6E-FFBC-2A530C644C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Business Applications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Variation in amount and nature of input data</a:t>
            </a:r>
          </a:p>
          <a:p>
            <a:r>
              <a:rPr lang="en-US" b="1" dirty="0"/>
              <a:t>Data Communication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Data transmission issues: timing, failure, corruption, etc.</a:t>
            </a:r>
          </a:p>
          <a:p>
            <a:r>
              <a:rPr lang="en-US" b="1" dirty="0"/>
              <a:t>Control Systems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Must handle all different problems reliably</a:t>
            </a:r>
          </a:p>
          <a:p>
            <a:r>
              <a:rPr lang="en-US" b="1" dirty="0"/>
              <a:t>Artificial Intelligence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Unknown inputs, unknown outputs</a:t>
            </a:r>
          </a:p>
        </p:txBody>
      </p:sp>
    </p:spTree>
    <p:extLst>
      <p:ext uri="{BB962C8B-B14F-4D97-AF65-F5344CB8AC3E}">
        <p14:creationId xmlns:p14="http://schemas.microsoft.com/office/powerpoint/2010/main" val="2762679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A708C-A179-14AF-6667-D2CE1977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History: Summary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FFF60-1452-B04D-863E-078D12FA06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Originally, problems solved by computers were mathematical: </a:t>
            </a:r>
            <a:r>
              <a:rPr lang="en-US" u="sng" dirty="0"/>
              <a:t>precisely specified</a:t>
            </a:r>
            <a:r>
              <a:rPr lang="en-US" dirty="0"/>
              <a:t>, with </a:t>
            </a:r>
            <a:r>
              <a:rPr lang="en-US" u="sng" dirty="0"/>
              <a:t>precisely defined outputs</a:t>
            </a:r>
            <a:r>
              <a:rPr lang="en-US" dirty="0"/>
              <a:t> and </a:t>
            </a:r>
            <a:r>
              <a:rPr lang="en-US" u="sng" dirty="0"/>
              <a:t>precisely defined algorithms</a:t>
            </a:r>
            <a:r>
              <a:rPr lang="en-US" dirty="0"/>
              <a:t> (even if you didn’t know the exact answer yet.)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As software capabilities increased, the inputs, outputs, and even processing approaches have become less precise: we must deal with uncertainty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Therefore, it is necessary to understand uncertainty, and how to approach it</a:t>
            </a:r>
          </a:p>
        </p:txBody>
      </p:sp>
    </p:spTree>
    <p:extLst>
      <p:ext uri="{BB962C8B-B14F-4D97-AF65-F5344CB8AC3E}">
        <p14:creationId xmlns:p14="http://schemas.microsoft.com/office/powerpoint/2010/main" val="596904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F73C9-F20A-5979-437D-F40C623DF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State of the 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1E123-BC6C-905F-6454-FAB4C7EFD6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2010: David Garlan called for uncertainty to be a first-class concern in software design and development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(Actually, he was a bit late to the party 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Uncertainty research and practice is ENTIRELY focused on fault tolerance and similar approaches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b="1" dirty="0"/>
              <a:t>This misses a large part of uncertainty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And demands an in-depth investigation of the nature of uncertainty</a:t>
            </a:r>
          </a:p>
        </p:txBody>
      </p:sp>
    </p:spTree>
    <p:extLst>
      <p:ext uri="{BB962C8B-B14F-4D97-AF65-F5344CB8AC3E}">
        <p14:creationId xmlns:p14="http://schemas.microsoft.com/office/powerpoint/2010/main" val="172209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A9CA9-A450-B805-709F-BF3D4F929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105" y="507994"/>
            <a:ext cx="5471695" cy="721896"/>
          </a:xfrm>
        </p:spPr>
        <p:txBody>
          <a:bodyPr anchor="ctr">
            <a:normAutofit/>
          </a:bodyPr>
          <a:lstStyle/>
          <a:p>
            <a:r>
              <a:rPr lang="en-US" dirty="0"/>
              <a:t>(Yet more history)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71053-02A6-767C-99CA-0FEE3FDDEFE0}"/>
              </a:ext>
            </a:extLst>
          </p:cNvPr>
          <p:cNvSpPr>
            <a:spLocks noGrp="1"/>
          </p:cNvSpPr>
          <p:nvPr>
            <p:ph type="body" sz="quarter" idx="10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674689" y="1230313"/>
            <a:ext cx="4762550" cy="3387725"/>
          </a:xfrm>
        </p:spPr>
        <p:txBody>
          <a:bodyPr>
            <a:normAutofit/>
          </a:bodyPr>
          <a:lstStyle/>
          <a:p>
            <a:pPr marL="285750" indent="-285750">
              <a:lnSpc>
                <a:spcPct val="90000"/>
              </a:lnSpc>
              <a:spcBef>
                <a:spcPts val="25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Frederick ​P. Brooks 1986: “No Silver Bullet: Essence and Accidents in Software Engineering”</a:t>
            </a:r>
          </a:p>
          <a:p>
            <a:pPr marL="285750" indent="-285750">
              <a:lnSpc>
                <a:spcPct val="90000"/>
              </a:lnSpc>
              <a:spcBef>
                <a:spcPts val="25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Accidental Complexity</a:t>
            </a:r>
            <a:r>
              <a:rPr lang="en-US" sz="1400" dirty="0"/>
              <a:t>: problems that engineers create and fix. For example, modern programming languages have abstracted away the details of writing and optimizing assembly language code.</a:t>
            </a:r>
            <a:endParaRPr lang="en-US" sz="1200" i="0" dirty="0">
              <a:solidFill>
                <a:srgbClr val="202122"/>
              </a:solidFill>
              <a:effectLst/>
            </a:endParaRPr>
          </a:p>
          <a:p>
            <a:pPr marL="285750" indent="-285750">
              <a:lnSpc>
                <a:spcPct val="90000"/>
              </a:lnSpc>
              <a:spcBef>
                <a:spcPts val="25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Essential Complexity</a:t>
            </a:r>
            <a:r>
              <a:rPr lang="en-US" sz="1400" dirty="0"/>
              <a:t>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is caused by the problem to be solved, and nothing can remove it; if users want a program to do 30 different things, then those 30 things are essential and the program must do those 30 different things.</a:t>
            </a:r>
          </a:p>
          <a:p>
            <a:pPr marL="285750" indent="-285750">
              <a:lnSpc>
                <a:spcPct val="90000"/>
              </a:lnSpc>
              <a:spcBef>
                <a:spcPts val="25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Likewise, there is essential and accidental </a:t>
            </a:r>
            <a:r>
              <a:rPr lang="en-US" sz="1400" u="sng" dirty="0">
                <a:latin typeface="Arial" panose="020B0604020202020204" pitchFamily="34" charset="0"/>
                <a:cs typeface="Arial" panose="020B0604020202020204" pitchFamily="34" charset="0"/>
              </a:rPr>
              <a:t>uncertainty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B3445B5C-8F20-74CE-FA93-E777C580EA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573823" y="1229890"/>
            <a:ext cx="3026542" cy="3387725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B4BA53-6E17-C3F9-8F4B-5E711BD75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823" y="525462"/>
            <a:ext cx="3026542" cy="411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872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48DFE-EBAB-F8AF-47B6-BFBE87CB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Essential and Accidental Uncertainty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AC266-2A95-65F9-CE29-8A144ABA27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Accidental uncertainty</a:t>
            </a:r>
            <a:r>
              <a:rPr lang="en-US" dirty="0"/>
              <a:t>: Uncertainty that can be separated from the problem at hand. There exists a transformation that removes the uncertainty.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Essential uncertainty</a:t>
            </a:r>
            <a:r>
              <a:rPr lang="en-US" dirty="0"/>
              <a:t>: Uncertainty that must be addressed as part of the problem. No transformation can exist that removes the uncertainty from the problem.</a:t>
            </a:r>
          </a:p>
        </p:txBody>
      </p:sp>
    </p:spTree>
    <p:extLst>
      <p:ext uri="{BB962C8B-B14F-4D97-AF65-F5344CB8AC3E}">
        <p14:creationId xmlns:p14="http://schemas.microsoft.com/office/powerpoint/2010/main" val="2943629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501B3-676D-5A1B-D612-447A6C4D1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Uncertainty and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62C3A-4B46-2D6E-6B58-F06C77CEE9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Uncertainty can be characterized by considering the </a:t>
            </a:r>
            <a:r>
              <a:rPr lang="en-US" b="1" dirty="0"/>
              <a:t>data</a:t>
            </a:r>
            <a:r>
              <a:rPr lang="en-US" dirty="0"/>
              <a:t> of a system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After all, computing is processing of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Consider the following: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Uncertainty of the input (can be essential or accidental)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Uncertainty of the output (generally essential)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Uncertainty in the transformation from input to output (can be essential or accidental)</a:t>
            </a:r>
          </a:p>
        </p:txBody>
      </p:sp>
    </p:spTree>
    <p:extLst>
      <p:ext uri="{BB962C8B-B14F-4D97-AF65-F5344CB8AC3E}">
        <p14:creationId xmlns:p14="http://schemas.microsoft.com/office/powerpoint/2010/main" val="3018039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DCFAD-FD31-0932-6EC3-A8C243C7F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Input: Uncertainty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7F34F-61FC-0485-2ED6-2A2BEF490D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Unreliable data transmission: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Accidental, because not part of the essence of the data. </a:t>
            </a:r>
            <a:r>
              <a:rPr lang="en-US" dirty="0" err="1"/>
              <a:t>Datacomm</a:t>
            </a:r>
            <a:r>
              <a:rPr lang="en-US" dirty="0"/>
              <a:t> protocols implement transformations to remove the uncertainty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Amount of data being processed: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Often accidental, because we can often handle it in subsets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User input errors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Accidental: parse for correctness and re-prompt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Multiple concurrent access to the system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Accidental, if we can handle the discretely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Essential, if not (e.g., a venue ticket website, requests for the same seat)</a:t>
            </a:r>
          </a:p>
        </p:txBody>
      </p:sp>
    </p:spTree>
    <p:extLst>
      <p:ext uri="{BB962C8B-B14F-4D97-AF65-F5344CB8AC3E}">
        <p14:creationId xmlns:p14="http://schemas.microsoft.com/office/powerpoint/2010/main" val="1750181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7304F-8C3B-516C-55BD-DA034F6E3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Uncertainty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AF3F9-7216-ED65-11B3-0963CE5BA5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Other cases of input uncertainty exist that are essential.</a:t>
            </a:r>
          </a:p>
          <a:p>
            <a:endParaRPr lang="en-US" dirty="0"/>
          </a:p>
          <a:p>
            <a:r>
              <a:rPr lang="en-US" dirty="0"/>
              <a:t>We will discuss these later</a:t>
            </a:r>
          </a:p>
        </p:txBody>
      </p:sp>
    </p:spTree>
    <p:extLst>
      <p:ext uri="{BB962C8B-B14F-4D97-AF65-F5344CB8AC3E}">
        <p14:creationId xmlns:p14="http://schemas.microsoft.com/office/powerpoint/2010/main" val="557584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7F0C4-0471-E95F-C925-7BF5668FA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Uncertainty in the Transformation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A4356-AF59-825D-BF20-6584F1BF3B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By itself, it is generally kind of accidental.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Examples: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Hardware glitches during processing: accidental, approaches include duplication of hardware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Different compilers produce different programs that do the same thing: we generally don’t care, as long as differences in performance doesn’t become an issue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interesting cases are associated with output uncertainty</a:t>
            </a:r>
          </a:p>
        </p:txBody>
      </p:sp>
    </p:spTree>
    <p:extLst>
      <p:ext uri="{BB962C8B-B14F-4D97-AF65-F5344CB8AC3E}">
        <p14:creationId xmlns:p14="http://schemas.microsoft.com/office/powerpoint/2010/main" val="1499867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32BE5-A3B9-1804-557B-81B527EFE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Uncertainty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3AD77-73C0-B461-AEE8-3F65D15B56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Accidental uncertainty of output is generally not very interesting.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Essential output uncertainty spans a wide spectrum of the nature of the uncertainty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It requires a corresponding spectrum of architectural and design approaches.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937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AF82-B963-2A00-747C-0BD11AA23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Essential Output Uncertainties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3E96E-2ABF-9391-6535-B8A814D346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E0FADC-EC80-81A4-2F48-2CF6ECC3C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858550"/>
              </p:ext>
            </p:extLst>
          </p:nvPr>
        </p:nvGraphicFramePr>
        <p:xfrm>
          <a:off x="681037" y="1230313"/>
          <a:ext cx="7347596" cy="2618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3798">
                  <a:extLst>
                    <a:ext uri="{9D8B030D-6E8A-4147-A177-3AD203B41FA5}">
                      <a16:colId xmlns:a16="http://schemas.microsoft.com/office/drawing/2014/main" val="2237211137"/>
                    </a:ext>
                  </a:extLst>
                </a:gridCol>
                <a:gridCol w="3673798">
                  <a:extLst>
                    <a:ext uri="{9D8B030D-6E8A-4147-A177-3AD203B41FA5}">
                      <a16:colId xmlns:a16="http://schemas.microsoft.com/office/drawing/2014/main" val="4193751084"/>
                    </a:ext>
                  </a:extLst>
                </a:gridCol>
              </a:tblGrid>
              <a:tr h="446048">
                <a:tc>
                  <a:txBody>
                    <a:bodyPr/>
                    <a:lstStyle/>
                    <a:p>
                      <a:r>
                        <a:rPr lang="en-US" dirty="0"/>
                        <a:t>Output Characteristics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982826"/>
                  </a:ext>
                </a:extLst>
              </a:tr>
              <a:tr h="446048">
                <a:tc>
                  <a:txBody>
                    <a:bodyPr/>
                    <a:lstStyle/>
                    <a:p>
                      <a:r>
                        <a:rPr lang="en-US" dirty="0"/>
                        <a:t>There is a known right answer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Mathematical computation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570108"/>
                  </a:ext>
                </a:extLst>
              </a:tr>
              <a:tr h="446048">
                <a:tc>
                  <a:txBody>
                    <a:bodyPr/>
                    <a:lstStyle/>
                    <a:p>
                      <a:r>
                        <a:rPr lang="en-US" dirty="0"/>
                        <a:t>The right answer(s) can be 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 Website (how well did a product sell?)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769238"/>
                  </a:ext>
                </a:extLst>
              </a:tr>
              <a:tr h="446048">
                <a:tc>
                  <a:txBody>
                    <a:bodyPr/>
                    <a:lstStyle/>
                    <a:p>
                      <a:r>
                        <a:rPr lang="en-US" dirty="0"/>
                        <a:t>There is a right answer, but is infeasible to compute directly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 of Go (estimated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10^10^48 to 10^10^170 possible games)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578970"/>
                  </a:ext>
                </a:extLst>
              </a:tr>
              <a:tr h="446048">
                <a:tc>
                  <a:txBody>
                    <a:bodyPr/>
                    <a:lstStyle/>
                    <a:p>
                      <a:r>
                        <a:rPr lang="en-US" dirty="0"/>
                        <a:t>Unknown right answer, but can guess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Image recognition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2776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5236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FA27A-A0CA-49C4-A47B-C91E330FD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7A060-49F2-9467-61BF-9721686B7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7BDFB-15AA-01CC-A65F-7C36D2ED41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BCF544-EC1A-216B-80E9-D5759141E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310024"/>
              </p:ext>
            </p:extLst>
          </p:nvPr>
        </p:nvGraphicFramePr>
        <p:xfrm>
          <a:off x="681037" y="1230313"/>
          <a:ext cx="7347596" cy="345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3798">
                  <a:extLst>
                    <a:ext uri="{9D8B030D-6E8A-4147-A177-3AD203B41FA5}">
                      <a16:colId xmlns:a16="http://schemas.microsoft.com/office/drawing/2014/main" val="2237211137"/>
                    </a:ext>
                  </a:extLst>
                </a:gridCol>
                <a:gridCol w="3673798">
                  <a:extLst>
                    <a:ext uri="{9D8B030D-6E8A-4147-A177-3AD203B41FA5}">
                      <a16:colId xmlns:a16="http://schemas.microsoft.com/office/drawing/2014/main" val="4193751084"/>
                    </a:ext>
                  </a:extLst>
                </a:gridCol>
              </a:tblGrid>
              <a:tr h="446048">
                <a:tc>
                  <a:txBody>
                    <a:bodyPr/>
                    <a:lstStyle/>
                    <a:p>
                      <a:r>
                        <a:rPr lang="en-US" dirty="0"/>
                        <a:t>Output Characteristics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982826"/>
                  </a:ext>
                </a:extLst>
              </a:tr>
              <a:tr h="446048">
                <a:tc>
                  <a:txBody>
                    <a:bodyPr/>
                    <a:lstStyle/>
                    <a:p>
                      <a:r>
                        <a:rPr lang="en-US" dirty="0"/>
                        <a:t>The effect is unknown, but can be 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Optimization problems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570108"/>
                  </a:ext>
                </a:extLst>
              </a:tr>
              <a:tr h="446048">
                <a:tc>
                  <a:txBody>
                    <a:bodyPr/>
                    <a:lstStyle/>
                    <a:p>
                      <a:r>
                        <a:rPr lang="en-US" dirty="0"/>
                        <a:t>The effect is unknown; the system is chaotic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Weather forecasting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769238"/>
                  </a:ext>
                </a:extLst>
              </a:tr>
              <a:tr h="446048">
                <a:tc>
                  <a:txBody>
                    <a:bodyPr/>
                    <a:lstStyle/>
                    <a:p>
                      <a:r>
                        <a:rPr lang="en-US" dirty="0"/>
                        <a:t>No specific answer, but can observe “right” or “wrong” 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Advertising, many simulation problems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578970"/>
                  </a:ext>
                </a:extLst>
              </a:tr>
              <a:tr h="446048">
                <a:tc>
                  <a:txBody>
                    <a:bodyPr/>
                    <a:lstStyle/>
                    <a:p>
                      <a:r>
                        <a:rPr lang="en-US" dirty="0"/>
                        <a:t>No single right answer, and the problem is vague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Automated prose writing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2776736"/>
                  </a:ext>
                </a:extLst>
              </a:tr>
              <a:tr h="446048">
                <a:tc>
                  <a:txBody>
                    <a:bodyPr/>
                    <a:lstStyle/>
                    <a:p>
                      <a:r>
                        <a:rPr lang="en-US" dirty="0"/>
                        <a:t>The problem itself is 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Grounded theory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937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3305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5B1B9-401F-088B-26AC-9AF79BD34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Thought Question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EC1-45FC-3724-E5B5-71254621D7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would you characterize (automatic) software coding?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Answer: it’s a trick question. It depends on the nature of the software being written.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Can you precisely specify what the generated software should do?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If not, how in the world can you verify it???</a:t>
            </a:r>
          </a:p>
        </p:txBody>
      </p:sp>
    </p:spTree>
    <p:extLst>
      <p:ext uri="{BB962C8B-B14F-4D97-AF65-F5344CB8AC3E}">
        <p14:creationId xmlns:p14="http://schemas.microsoft.com/office/powerpoint/2010/main" val="3452494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B6BBBEE-1724-6C68-4454-BE910D767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105" y="507994"/>
            <a:ext cx="7787106" cy="721896"/>
          </a:xfrm>
        </p:spPr>
        <p:txBody>
          <a:bodyPr/>
          <a:lstStyle/>
          <a:p>
            <a:r>
              <a:rPr lang="en-US" dirty="0"/>
              <a:t>Spectrum of Uncertainty</a:t>
            </a:r>
          </a:p>
        </p:txBody>
      </p:sp>
      <p:pic>
        <p:nvPicPr>
          <p:cNvPr id="4" name="Picture 3" descr="A close-up of a diagram&#10;&#10;AI-generated content may be incorrect.">
            <a:extLst>
              <a:ext uri="{FF2B5EF4-FFF2-40B4-BE49-F238E27FC236}">
                <a16:creationId xmlns:a16="http://schemas.microsoft.com/office/drawing/2014/main" id="{8F74D606-EA77-F68E-E445-EA7BEDB5DD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75" b="1"/>
          <a:stretch>
            <a:fillRect/>
          </a:stretch>
        </p:blipFill>
        <p:spPr>
          <a:xfrm>
            <a:off x="675106" y="1230313"/>
            <a:ext cx="7787858" cy="33877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07485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6F935-0023-DE12-1A1F-2C23B7500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Approaches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53E2A-D3A8-7969-5C21-3DE11361DB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Different levels and characteristics of uncertainty suggest different architectural approaches, including patterns, styles, and tactics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Virtually no uncertainty: Batch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Pipes and Filters, Layers, Broker: well-suited for certain types of accidental uncertainty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Greater essential uncertainty leads to AI-based approaches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Blackboard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Neural network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Machine learning, deep learning</a:t>
            </a:r>
          </a:p>
        </p:txBody>
      </p:sp>
    </p:spTree>
    <p:extLst>
      <p:ext uri="{BB962C8B-B14F-4D97-AF65-F5344CB8AC3E}">
        <p14:creationId xmlns:p14="http://schemas.microsoft.com/office/powerpoint/2010/main" val="2450331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B7075C3-23F9-7864-465A-293913EAF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105" y="507994"/>
            <a:ext cx="7787106" cy="721896"/>
          </a:xfrm>
        </p:spPr>
        <p:txBody>
          <a:bodyPr/>
          <a:lstStyle/>
          <a:p>
            <a:r>
              <a:rPr lang="en-US" dirty="0"/>
              <a:t>Spectrum of Architectural Approaches</a:t>
            </a:r>
          </a:p>
        </p:txBody>
      </p:sp>
      <p:pic>
        <p:nvPicPr>
          <p:cNvPr id="4" name="Picture 3" descr="A close-up of a sign&#10;&#10;AI-generated content may be incorrect.">
            <a:extLst>
              <a:ext uri="{FF2B5EF4-FFF2-40B4-BE49-F238E27FC236}">
                <a16:creationId xmlns:a16="http://schemas.microsoft.com/office/drawing/2014/main" id="{46A87E0B-DA58-5826-E751-B3E78512B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06" y="1240051"/>
            <a:ext cx="7787858" cy="33682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38940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113AC-DBB7-206A-2C30-AF7BE9B85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Architecture Process for Uncertainty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118FD-2823-F42E-3352-661A062B9A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Identify the uncertainties associated with the system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For each, determine if it is essential or accidental</a:t>
            </a:r>
          </a:p>
          <a:p>
            <a:pPr marL="1200150" lvl="1" indent="-457200">
              <a:buFont typeface="+mj-lt"/>
              <a:buAutoNum type="alphaLcPeriod"/>
            </a:pPr>
            <a:r>
              <a:rPr lang="en-US" dirty="0"/>
              <a:t>Study the source of the uncertainty (external is usually accidental)</a:t>
            </a:r>
          </a:p>
          <a:p>
            <a:pPr marL="1200150" lvl="1" indent="-457200">
              <a:buFont typeface="+mj-lt"/>
              <a:buAutoNum type="alphaLcPeriod"/>
            </a:pPr>
            <a:r>
              <a:rPr lang="en-US" dirty="0"/>
              <a:t>Determine if there is a transformation to remove the uncertainty</a:t>
            </a:r>
          </a:p>
          <a:p>
            <a:pPr marL="1200150" lvl="1" indent="-457200">
              <a:buFont typeface="+mj-lt"/>
              <a:buAutoNum type="alphaLcPeriod"/>
            </a:pPr>
            <a:r>
              <a:rPr lang="en-US" dirty="0"/>
              <a:t>If so, use techniques such as fault tolerance</a:t>
            </a:r>
          </a:p>
        </p:txBody>
      </p:sp>
    </p:spTree>
    <p:extLst>
      <p:ext uri="{BB962C8B-B14F-4D97-AF65-F5344CB8AC3E}">
        <p14:creationId xmlns:p14="http://schemas.microsoft.com/office/powerpoint/2010/main" val="3051516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DAFB0-A11F-2532-C2F2-210ED02B3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Analyze Uncertainties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E8943-5536-D3FB-AA37-65B07A672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Analysis of the Input Data: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is because of imprecise/incomplete specification?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is because if variability in the data (such as transmission, user input errors, etc.)?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can and cannot be known about the data at runtime?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5015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29D027-0921-D85F-BD75-AE295740A1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i="0" dirty="0"/>
              <a:t>Analysis of the Output Data: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/>
              <a:t>What is the objective of the system, how can we know if it meets its objective?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/>
              <a:t>Is there a known correct output?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/>
              <a:t>Is there a correct output, but we cannot know if it is correct?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/>
              <a:t>Can the output be correctly and deterministically derived from the inputs?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/>
              <a:t>Are there multiple correct outputs?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/>
              <a:t>If there are multiple correct outputs, is one more preferable to others?</a:t>
            </a:r>
          </a:p>
        </p:txBody>
      </p:sp>
    </p:spTree>
    <p:extLst>
      <p:ext uri="{BB962C8B-B14F-4D97-AF65-F5344CB8AC3E}">
        <p14:creationId xmlns:p14="http://schemas.microsoft.com/office/powerpoint/2010/main" val="3831279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0A0FB9-911D-E22B-D07D-B4697BDFCE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i="0" dirty="0"/>
              <a:t>Analysis of Transformation from Input to Output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/>
              <a:t>Is the relationship between input and output deterministic?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/>
              <a:t>If it is deterministic, is it tractable?</a:t>
            </a:r>
          </a:p>
        </p:txBody>
      </p:sp>
    </p:spTree>
    <p:extLst>
      <p:ext uri="{BB962C8B-B14F-4D97-AF65-F5344CB8AC3E}">
        <p14:creationId xmlns:p14="http://schemas.microsoft.com/office/powerpoint/2010/main" val="11050652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652D9-359B-D34C-9C7C-7622B169A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(Real Life)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07CF9A-0CB0-FD6B-A940-F2E2F65ABA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Helicopter Rotor Balancing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the main rotor of a helicopter is not perfectly balanced, it causes excess vibration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Vibration causes excess wear, loss of power, and even compromised safety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main rotor is a complex system, with several different adjustment points. </a:t>
            </a:r>
          </a:p>
        </p:txBody>
      </p:sp>
    </p:spTree>
    <p:extLst>
      <p:ext uri="{BB962C8B-B14F-4D97-AF65-F5344CB8AC3E}">
        <p14:creationId xmlns:p14="http://schemas.microsoft.com/office/powerpoint/2010/main" val="14848721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propeller&#10;&#10;AI-generated content may be incorrect.">
            <a:extLst>
              <a:ext uri="{FF2B5EF4-FFF2-40B4-BE49-F238E27FC236}">
                <a16:creationId xmlns:a16="http://schemas.microsoft.com/office/drawing/2014/main" id="{98823C8A-C23F-F454-FF24-C49641B91E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13" r="3" b="3"/>
          <a:stretch>
            <a:fillRect/>
          </a:stretch>
        </p:blipFill>
        <p:spPr>
          <a:xfrm>
            <a:off x="90488" y="50800"/>
            <a:ext cx="8963025" cy="5041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07856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78E38-5E52-940A-8220-1BB6E341C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Uncertainty Analysis: Input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72C0D-CB67-2251-AFAF-CEED290B8B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Input is known, and precisely specified: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Vibration of the rotor can be precisely measured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Positions of blades and adjustment points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00FF00"/>
                </a:highlight>
              </a:rPr>
              <a:t>History of adjustments/response (!) (was missed!)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Uncertainty: possible user error in entering data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External: consider standard FT techniques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00FF00"/>
                </a:highlight>
              </a:rPr>
              <a:t>Uncertainty: each helicopter has unique wear patterns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(Key! But was not considered!)</a:t>
            </a:r>
          </a:p>
        </p:txBody>
      </p:sp>
    </p:spTree>
    <p:extLst>
      <p:ext uri="{BB962C8B-B14F-4D97-AF65-F5344CB8AC3E}">
        <p14:creationId xmlns:p14="http://schemas.microsoft.com/office/powerpoint/2010/main" val="33869768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35BC0-DBC8-76FA-9025-10C0EC44D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Uncertainty Analysis: 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B2727-5724-02FA-B2FB-E004A37827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Overall objective known and can be measured: how much did the vibration change?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Desired output is a range: lower vibration is better, of course.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Standard of acceptable vibration (0.5 IPS, inches per second)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Single solution? There may be different sets or sequences of adjustments to achieve the goal.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0070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3A9DB-DA4D-933C-25E0-95BE04DFD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Uncertainty Analysis: 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37689-8A50-1584-CAAB-4DB4BBEA72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Is the relationship between input and output deterministic?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Unknown!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Combinations of adjustments did not appear to deterministically result in reduced vibration: the system appeared to be chaotic.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Therefore: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Use a neural network to derive a suggested solution.</a:t>
            </a:r>
          </a:p>
        </p:txBody>
      </p:sp>
    </p:spTree>
    <p:extLst>
      <p:ext uri="{BB962C8B-B14F-4D97-AF65-F5344CB8AC3E}">
        <p14:creationId xmlns:p14="http://schemas.microsoft.com/office/powerpoint/2010/main" val="7537585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F99D46-D234-5C47-AA58-C422DC433A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However:</a:t>
            </a:r>
          </a:p>
          <a:p>
            <a:r>
              <a:rPr lang="en-US" sz="2800" dirty="0"/>
              <a:t>The analysis had not fully considered all the aspects of the input, output, and </a:t>
            </a:r>
            <a:r>
              <a:rPr lang="en-US" sz="2800"/>
              <a:t>processing!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i="0" dirty="0"/>
              <a:t>Individual differences of each helicopter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i="0" dirty="0"/>
              <a:t>History of adjustments and responses</a:t>
            </a:r>
          </a:p>
        </p:txBody>
      </p:sp>
    </p:spTree>
    <p:extLst>
      <p:ext uri="{BB962C8B-B14F-4D97-AF65-F5344CB8AC3E}">
        <p14:creationId xmlns:p14="http://schemas.microsoft.com/office/powerpoint/2010/main" val="23953925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56770-44B7-90D5-D482-0D758C7AE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Further Analysis Revealed: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FD012-CB77-04E7-AEF3-01FA8740DF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Each helicopter has a unique wear profile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Neural network approach was based on many samples from many different helicopters! A </a:t>
            </a:r>
            <a:r>
              <a:rPr lang="en-US"/>
              <a:t>generic approximation!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adjustment/response history reveals the unique profile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There is a sequence of adjustments that is deterministic and repeatable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Employs feedback loops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Other details are proprietary</a:t>
            </a:r>
          </a:p>
        </p:txBody>
      </p:sp>
    </p:spTree>
    <p:extLst>
      <p:ext uri="{BB962C8B-B14F-4D97-AF65-F5344CB8AC3E}">
        <p14:creationId xmlns:p14="http://schemas.microsoft.com/office/powerpoint/2010/main" val="29235342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FD6DF-B991-8A4F-C3FD-02AB1C5E4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19DB8-9A0E-D545-8B68-99ACD093F7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System can reliably balance main rotors to 0.05 IPS, 10x better than the standard.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System is actively being marketed to US Army and other governmental and private organizations.</a:t>
            </a:r>
          </a:p>
          <a:p>
            <a:r>
              <a:rPr lang="en-US" dirty="0"/>
              <a:t>Demonstrates the importance and effectiveness of understanding the essential and accidental uncertainty of a system</a:t>
            </a:r>
          </a:p>
        </p:txBody>
      </p:sp>
    </p:spTree>
    <p:extLst>
      <p:ext uri="{BB962C8B-B14F-4D97-AF65-F5344CB8AC3E}">
        <p14:creationId xmlns:p14="http://schemas.microsoft.com/office/powerpoint/2010/main" val="32328274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CE725-9252-8094-CB18-F1BAA1CA0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Online Bookstore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4E48B-F620-2C4F-D578-60C31DB320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Initially: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Input and output analysis: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Input and output well specified.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Numerous accidental uncertainties, such as unreliability of the network.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Straightforward</a:t>
            </a:r>
          </a:p>
        </p:txBody>
      </p:sp>
    </p:spTree>
    <p:extLst>
      <p:ext uri="{BB962C8B-B14F-4D97-AF65-F5344CB8AC3E}">
        <p14:creationId xmlns:p14="http://schemas.microsoft.com/office/powerpoint/2010/main" val="42135543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07809-F833-9A79-CE5A-459965F4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Bookstore evolution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9567A-2557-BCB5-2A9A-63E6C12698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Add a “related books” feature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Which books are related to the selected book?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An essential uncertainty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Output cannot be known beforehand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Not one single right answer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Approaches are not deterministic, but are probabilistic</a:t>
            </a:r>
          </a:p>
        </p:txBody>
      </p:sp>
    </p:spTree>
    <p:extLst>
      <p:ext uri="{BB962C8B-B14F-4D97-AF65-F5344CB8AC3E}">
        <p14:creationId xmlns:p14="http://schemas.microsoft.com/office/powerpoint/2010/main" val="42600676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A726D-FFC8-ACBB-506A-35889F16D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0C948-A62B-30DE-F9A6-FA76C2EDD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Bookstore evolution II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8C71E-509D-D63B-A0B8-E23F459BA2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3936" y="1247781"/>
            <a:ext cx="7788275" cy="338772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Examine browsing history to promote products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Even more uncertainty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Problem is less well defined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Consider machine learning 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See uncertainty spectrum as discussed earlier</a:t>
            </a:r>
          </a:p>
        </p:txBody>
      </p:sp>
    </p:spTree>
    <p:extLst>
      <p:ext uri="{BB962C8B-B14F-4D97-AF65-F5344CB8AC3E}">
        <p14:creationId xmlns:p14="http://schemas.microsoft.com/office/powerpoint/2010/main" val="10258668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BD9A6-D825-CEA2-E4A3-48FC3E0C5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6B1567-C771-4F39-AF02-4C6D46CECA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i="0" dirty="0"/>
              <a:t>References</a:t>
            </a:r>
          </a:p>
          <a:p>
            <a:pPr marL="342900" marR="0" lvl="0" indent="-342900">
              <a:buFont typeface="+mj-lt"/>
              <a:buAutoNum type="arabicPeriod"/>
              <a:tabLst>
                <a:tab pos="228600" algn="l"/>
              </a:tabLst>
            </a:pPr>
            <a:r>
              <a:rPr lang="fr-FR" sz="1400" i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Harrison, N.B., Rudolph, G., and Aldous, P. Software Architecture for Essential and </a:t>
            </a:r>
            <a:r>
              <a:rPr lang="fr-FR" sz="1400" i="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Accidental</a:t>
            </a:r>
            <a:r>
              <a:rPr lang="fr-FR" sz="1400" i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1400" i="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Uncertainty</a:t>
            </a:r>
            <a:r>
              <a:rPr lang="fr-FR" sz="1400" i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Hawaii International </a:t>
            </a:r>
            <a:r>
              <a:rPr lang="fr-FR" sz="1400" i="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Conference</a:t>
            </a:r>
            <a:r>
              <a:rPr lang="fr-FR" sz="1400" i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on the System Sciences (HICSS), 2026.</a:t>
            </a:r>
            <a:endParaRPr lang="en-US" i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228600" algn="l"/>
              </a:tabLst>
            </a:pPr>
            <a:r>
              <a:rPr lang="fr-FR" sz="1400" i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Harrison, N.B., Rudolph, G., and Aldous, P. Is </a:t>
            </a:r>
            <a:r>
              <a:rPr lang="fr-FR" sz="1400" i="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Artificial</a:t>
            </a:r>
            <a:r>
              <a:rPr lang="fr-FR" sz="1400" i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Intelligence the </a:t>
            </a:r>
            <a:r>
              <a:rPr lang="fr-FR" sz="1400" i="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Answer</a:t>
            </a:r>
            <a:r>
              <a:rPr lang="fr-FR" sz="1400" i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to </a:t>
            </a:r>
            <a:r>
              <a:rPr lang="fr-FR" sz="1400" i="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Everything</a:t>
            </a:r>
            <a:r>
              <a:rPr lang="fr-FR" sz="1400" i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?, 2025 </a:t>
            </a:r>
            <a:r>
              <a:rPr lang="fr-FR" sz="1400" i="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Intermountain</a:t>
            </a:r>
            <a:r>
              <a:rPr lang="fr-FR" sz="1400" i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1400" i="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Conference</a:t>
            </a:r>
            <a:r>
              <a:rPr lang="fr-FR" sz="1400" i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on Engineering, </a:t>
            </a:r>
            <a:r>
              <a:rPr lang="fr-FR" sz="1400" i="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Technology</a:t>
            </a:r>
            <a:r>
              <a:rPr lang="fr-FR" sz="1400" i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and </a:t>
            </a:r>
            <a:r>
              <a:rPr lang="fr-FR" sz="1400" i="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Computing</a:t>
            </a:r>
            <a:r>
              <a:rPr lang="fr-FR" sz="1400" i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(IETC), 2025.</a:t>
            </a:r>
            <a:endParaRPr lang="en-US" i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6668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697503570"/>
      </p:ext>
    </p:extLst>
  </p:cSld>
  <p:clrMapOvr>
    <a:masterClrMapping/>
  </p:clrMapOvr>
</p:sld>
</file>

<file path=ppt/theme/theme1.xml><?xml version="1.0" encoding="utf-8"?>
<a:theme xmlns:a="http://schemas.openxmlformats.org/drawingml/2006/main" name="UVU Architecture Template REVISION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ea2b65f-2f5e-440e-b025-dfdfafd8e097}" enabled="0" method="" siteId="{1ea2b65f-2f5e-440e-b025-dfdfafd8e09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Advisory Board April 2018</Template>
  <TotalTime>5696</TotalTime>
  <Words>1657</Words>
  <Application>Microsoft Office PowerPoint</Application>
  <PresentationFormat>On-screen Show (16:9)</PresentationFormat>
  <Paragraphs>194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Aptos</vt:lpstr>
      <vt:lpstr>Arial</vt:lpstr>
      <vt:lpstr>Georgia</vt:lpstr>
      <vt:lpstr>Lucida Grande</vt:lpstr>
      <vt:lpstr>Times New Roman</vt:lpstr>
      <vt:lpstr>Wingdings</vt:lpstr>
      <vt:lpstr>UVU Architecture Template REVISIONS</vt:lpstr>
      <vt:lpstr>Software Architecture for Essential and Accidental Uncertainty</vt:lpstr>
      <vt:lpstr>Introduction: A bit of History</vt:lpstr>
      <vt:lpstr>Progress: More Applications</vt:lpstr>
      <vt:lpstr>History: Summary </vt:lpstr>
      <vt:lpstr>Current State of the Art</vt:lpstr>
      <vt:lpstr>(Yet more history)</vt:lpstr>
      <vt:lpstr>Essential and Accidental Uncertainty</vt:lpstr>
      <vt:lpstr>Uncertainty and Data</vt:lpstr>
      <vt:lpstr>Input: Uncertainty Examples</vt:lpstr>
      <vt:lpstr>Input Uncertainty</vt:lpstr>
      <vt:lpstr>Uncertainty in the Transformation</vt:lpstr>
      <vt:lpstr>Output Uncertainty</vt:lpstr>
      <vt:lpstr>Essential Output Uncertainties</vt:lpstr>
      <vt:lpstr>More …</vt:lpstr>
      <vt:lpstr>Thought Question</vt:lpstr>
      <vt:lpstr>Spectrum of Uncertainty</vt:lpstr>
      <vt:lpstr>Architectural Approaches</vt:lpstr>
      <vt:lpstr>Spectrum of Architectural Approaches</vt:lpstr>
      <vt:lpstr>An Architecture Process for Uncertainty</vt:lpstr>
      <vt:lpstr>3. Analyze Uncertainties</vt:lpstr>
      <vt:lpstr>PowerPoint Presentation</vt:lpstr>
      <vt:lpstr>PowerPoint Presentation</vt:lpstr>
      <vt:lpstr>Case Study (Real Life)</vt:lpstr>
      <vt:lpstr>PowerPoint Presentation</vt:lpstr>
      <vt:lpstr>Uncertainty Analysis: Input</vt:lpstr>
      <vt:lpstr>Uncertainty Analysis: Output</vt:lpstr>
      <vt:lpstr>Uncertainty Analysis: Processing</vt:lpstr>
      <vt:lpstr>PowerPoint Presentation</vt:lpstr>
      <vt:lpstr>Further Analysis Revealed:</vt:lpstr>
      <vt:lpstr>Results</vt:lpstr>
      <vt:lpstr>Case Study: Online Bookstore</vt:lpstr>
      <vt:lpstr>Case Study: Bookstore evolution</vt:lpstr>
      <vt:lpstr>Case Study: Bookstore evolution II</vt:lpstr>
      <vt:lpstr>PowerPoint Presentation</vt:lpstr>
      <vt:lpstr>Thank you!</vt:lpstr>
    </vt:vector>
  </TitlesOfParts>
  <Company>Utah Valley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Science</dc:title>
  <dc:creator>Neil Harrison</dc:creator>
  <cp:lastModifiedBy>Neil Harrison</cp:lastModifiedBy>
  <cp:revision>74</cp:revision>
  <dcterms:created xsi:type="dcterms:W3CDTF">2018-04-02T15:01:20Z</dcterms:created>
  <dcterms:modified xsi:type="dcterms:W3CDTF">2025-10-18T17:55:31Z</dcterms:modified>
</cp:coreProperties>
</file>